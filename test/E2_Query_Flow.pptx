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E2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9CCFF"/>
                </a:solidFill>
              </a:rPr>
              <a:t>"No tool call  →  LLM explains specific move decision from context"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Context: follow-up after a move_cell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E2 Query Flow — Move Decision Explanation (No Tool)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</a:rPr>
              <a:t>No tool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320040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20040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697480"/>
            <a:ext cx="4480560" cy="777240"/>
          </a:xfrm>
          <a:prstGeom prst="roundRect">
            <a:avLst/>
          </a:prstGeom>
          <a:solidFill>
            <a:srgbClr val="1A5A2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Conversation History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(plan results, tool call records,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prior alerts &amp; moves)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9360" y="3086100"/>
            <a:ext cx="1005840" cy="0"/>
          </a:xfrm>
          <a:prstGeom prst="line">
            <a:avLst/>
          </a:prstGeom>
          <a:ln w="19050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936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reads
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931920"/>
            <a:ext cx="2377440" cy="91440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Reads move_cell context: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alert + DU loads at time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causal explanation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20640" y="3474720"/>
            <a:ext cx="0" cy="45720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6636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reasons
from history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prompt +
full history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3017520" y="2011680"/>
            <a:ext cx="914400" cy="28346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E2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5097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explainability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1673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533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533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907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556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556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conversation history including move_cell + alert 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2140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157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No tool call — reconstructs decision from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5603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Identifies: which cell, source DU, target DU, triggering alert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6265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626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Recalls DU load comparison at time of decision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28416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64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36499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causal explanation: overload alert → DU ranking → move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673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HTTP response {reply} to chat.py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7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169663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3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explanation to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