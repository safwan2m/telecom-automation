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U2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99CCFF"/>
                </a:solidFill>
              </a:rPr>
              <a:t>"How many UEs are connected to MLS_RWS_01?"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query_cell(cell_id="MLS_RWS_01")  →  extract connected_ues from 30-min KPI series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4G/5G NSA Network  ·  Malleswaram  ·  Single Cell Query  ·  30-min KPI Time Series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U2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query_cell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 config for MLS_RWS_01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4688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30-min KPI series
for MLS_RWS_01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71800" y="32918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query_cell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8620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/cells/
MLS_RWS_01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68880" y="50749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768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30-min KPI series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91840" y="48463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connected_ues time series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" y="38404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cell detail
response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Extracts latest connected_ues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from 30-min KPI series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formulates reply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 for named sessions)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live snapshot to SYSTEM_PROMPT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Sends SYSTEM_PROMPT + live snapshot + session history (types.Content) to Gemini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 cell name MLS_RWS_01; emits query_cell(cell_id="MLS_RWS_01")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query_cell → GET /cells/MLS_RWS_01 on Controller; yields *[calling tool...]* inline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for MLS_RWS_01 config (PCI, band, DU/CU assignment)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 against InfluxDB: 30-min KPI time series for MLS_RWS_01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merged cell config + 30-min KPI time series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result (json.dumps default=str); appends FunctionResponse to session history; re-calls Gemini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Extracts latest connected_ues from 30-min KPI series; no further tool calls → loop exits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NL answer: "MLS_RWS_01 currently has X UEs connected."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(Starlette thread pool → StreamingResponse)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38251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42823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455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42823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streamed answer to operator terminal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