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U2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9CCFF"/>
                </a:solidFill>
              </a:rPr>
              <a:t>"How many UEs are connected to MLS_RWS_01?"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query_cell(cell_id="MLS_RWS_01")  →  extract connected_ues from 30-min KPI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99BB"/>
                </a:solidFill>
              </a:rPr>
              <a:t>4G/5G NSA Network  ·  Malleswaram  ·  Single Cell Query  ·  30-min KPI Time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U2 Query Flow — System Data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8CCFF"/>
                </a:solidFill>
              </a:rPr>
              <a:t>query_cell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178308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1292840" cy="2423160"/>
          </a:xfrm>
          <a:prstGeom prst="rect">
            <a:avLst/>
          </a:prstGeom>
          <a:solidFill>
            <a:srgbClr val="E0F5F7"/>
          </a:solidFill>
          <a:ln w="6350">
            <a:solidFill>
              <a:srgbClr val="77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346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93776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E8A"/>
                </a:solidFill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2011680" cy="77724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Controller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5349240"/>
            <a:ext cx="210312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topology.json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cell config for MLS_RWS_01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5349240"/>
            <a:ext cx="246888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InfluxDB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30-min KPI series
for MLS_RWS_01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prompt +
snapshot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3246120"/>
            <a:ext cx="914400" cy="0"/>
          </a:xfrm>
          <a:prstGeom prst="line">
            <a:avLst/>
          </a:prstGeom>
          <a:ln w="22225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71800" y="3291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fn call:
query_cell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3474720"/>
            <a:ext cx="0" cy="10058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388620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GET /cells/
MLS_RWS_01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5257800"/>
            <a:ext cx="1463039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68880" y="5074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read config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43200" y="5120640"/>
            <a:ext cx="3931920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297680" y="4892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Flux query: 30-min KPI series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834640" y="4572000"/>
            <a:ext cx="1371600" cy="7772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91840" y="4846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cell config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926080" y="4754880"/>
            <a:ext cx="3931920" cy="59436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0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connected_ues time series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1737360" y="3474720"/>
            <a:ext cx="0" cy="10058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" y="38404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cell detail
response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2103120" y="1920240"/>
            <a:ext cx="914400" cy="14173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0515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55"/>
                </a:solidFill>
              </a:rPr>
              <a:t>Legend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235440" y="1572768"/>
            <a:ext cx="548640" cy="0"/>
          </a:xfrm>
          <a:prstGeom prst="line">
            <a:avLst/>
          </a:prstGeom>
          <a:ln w="19050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829800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 / Request path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35440" y="1911095"/>
            <a:ext cx="548640" cy="0"/>
          </a:xfrm>
          <a:prstGeom prst="line">
            <a:avLst/>
          </a:prstGeom>
          <a:ln w="19050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829800" y="1792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Response / Return path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2697480"/>
            <a:ext cx="2743200" cy="77724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Extracts latest connected_ues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from 30-min KPI series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→ formulates reply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3086100"/>
            <a:ext cx="822960" cy="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09360" y="2834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tool
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U2 Query — Step-by-Step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87552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875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601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35024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8074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408176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081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8074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{session, message} to Orchestrator /chat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55648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80136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82880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828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80136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Injects live network snapshot into system prompt; calls Gemini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76272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221991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249424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249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221991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Identifies cell name MLS_RWS_01; emits query_cell(cell_id="MLS_RWS_01")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96896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642615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670048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670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642615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Dispatches query_cell → GET /cells/MLS_RWS_01 on Controller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17520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06324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3090672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0906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06324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Reads topology.json for MLS_RWS_01 config (PCI, band, DU/CU assignment)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38144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48386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511296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5112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48386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Runs Flux query against InfluxDB: 30-min KPI time series for MLS_RWS_01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858768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90448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931920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931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90448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merged cell config + 30-min KPI time series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279392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3251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352544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3525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3251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Passes tool result (cell detail) back to Gemini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700016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74573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4773168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7731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74573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Extracts the latest connected_ues value from the KPI time series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120640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516636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5193792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1937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516636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Generates natural language answer: "MLS_RWS_01 currently has X UEs connected."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541264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586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" y="5614416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614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23160" y="5586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HTTP response {reply} to chat.py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961888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600760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" y="6035040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23160" y="600760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Prints answer to user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