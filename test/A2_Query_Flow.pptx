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A2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"get_alerts(alert_type=OVERLOAD)  OR  query_network → filter PRB &gt; 80%"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4G/5G NSA  ·  Two-path: KPI Agent alert vs direct PRB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A2 Query Flow — Overload Detection (Path A: get_alerts)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CCFF"/>
                </a:solidFill>
              </a:rPr>
              <a:t>get_alerts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(context only)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InfluxDB alerts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filter: OVERLOAD
+ confidence ≥ 0.70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get_alerts
(OVERLOAD)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/alerts
?type=OVERLOAD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68880" y="5029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N/A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06240" y="4873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Flux: OVERLOAD alerts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00400" y="4828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N/A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OVERLOAD alert records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merged
result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Identifies cells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with OVERLOAD alert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lists with confidence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A2 Query — Step-by-Step Trace (Path A)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Emits get_alerts(alert_type="OVERLOAD", minutes=60)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GET /alerts?alert_type=OVERLOAD on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Queries InfluxDB alerts filtered by OVERLOAD type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444444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InfluxDB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OVERLOAD records with cell_id, severity, confidence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Passes alert list to Gemini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Lists overloaded cells with severity and confidence score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57200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natural language overload report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9743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49743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4009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766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37667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overloaded cell list to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