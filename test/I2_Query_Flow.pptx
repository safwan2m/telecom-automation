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I2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"get_alerts(SINR_LOW)  →  query_network  →  move_cell  (3-tool autonomous)"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4G/5G NSA  ·  Intent-based SON  ·  Southern cells: lat &lt; 13.000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I2 Query Flow — Intent-Based Call Drop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Multi-tool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68580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 assignments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SYSTEM_PROMPT
+ snapshot
+ history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292608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6080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 1:
get_alerts
(SINR_LOW)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404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/alerts
?type=SINR_LOW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166360"/>
            <a:ext cx="137160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3200" y="5029200"/>
            <a:ext cx="374904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834640" y="4572000"/>
            <a:ext cx="1097280" cy="7315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926080" y="4663440"/>
            <a:ext cx="3749040" cy="6400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1
result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737360" y="3520440"/>
            <a:ext cx="0" cy="9601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2608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fn call 2+3:
query_network
+ move_cell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28800" y="3474720"/>
            <a:ext cx="0" cy="100584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5740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GET /network
POST /move/cell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286000" y="5212080"/>
            <a:ext cx="1371600" cy="27432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834640" y="4617720"/>
            <a:ext cx="1097280" cy="8686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2
result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SINR_LOW alerts →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confirm sinr_db →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rebalance southern cells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560320"/>
            <a:ext cx="2834640" cy="548640"/>
          </a:xfrm>
          <a:prstGeom prst="rect">
            <a:avLst/>
          </a:prstGeom>
          <a:solidFill>
            <a:srgbClr val="F5C51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257860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Orange arrows = Tool 2 (action)
Green arrows = Tool 1 (read)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I2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intent-based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1: get_alerts(alert_type="SINR_LOW")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Direct Flux query on InfluxDB: SINR_LOW alerts; yields *[calling tool: get_alerts...]* inline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444444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InfluxDB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SINR_LOW records with cell_id, severity, confidence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JSON-sanitises; appends FunctionResponse to session history; re-calls Gemini [iteration 2]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2: query_network() — confirm sinr_db values + cell locations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GET /network → Controller; yields *[calling tool: query_network...]* inline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JSON-sanitises; appends FunctionResponse; re-calls Gemini [iteration 3]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9743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49743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Filters southern cells (lat &lt; 13.000): MGR, CHD, 6CR, SPG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009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766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3766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Cross-checks SINR_LOW alerts with live sinr_db values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4243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7790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57790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3: move_cell(cell_id=X, target_du_id=Y)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14476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1813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1813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Atomically updates topology.json (.tmp → rename); DU simulators reload in 5 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54710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658368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23160" y="658368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JSON-sanitises; appends to history; re-calls Gemini → loop exits; streams reply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