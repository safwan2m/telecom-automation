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2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B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1945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</a:rPr>
              <a:t>I2 Query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5204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99CCFF"/>
                </a:solidFill>
              </a:rPr>
              <a:t>"get_alerts(SINR_LOW)  →  query_network  →  move_cell  (3-tool autonomous)"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DD88"/>
                </a:solidFill>
              </a:rPr>
              <a:t>Tool: 4G/5G NSA  ·  Intent-based SON  ·  Southern cells: lat &lt; 13.000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A2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I2 Query Flow — Intent-Based Call Drop Reduction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91440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5C518"/>
                </a:solidFill>
              </a:rPr>
              <a:t>Multi-tool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914400"/>
            <a:ext cx="11292840" cy="1645920"/>
          </a:xfrm>
          <a:prstGeom prst="rect">
            <a:avLst/>
          </a:prstGeom>
          <a:solidFill>
            <a:srgbClr val="FFF0E8"/>
          </a:solidFill>
          <a:ln w="6350">
            <a:solidFill>
              <a:srgbClr val="DDA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2560320"/>
            <a:ext cx="11292840" cy="1783080"/>
          </a:xfrm>
          <a:prstGeom prst="rect">
            <a:avLst/>
          </a:prstGeom>
          <a:solidFill>
            <a:srgbClr val="F2EBFF"/>
          </a:solidFill>
          <a:ln w="6350">
            <a:solidFill>
              <a:srgbClr val="AA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4343400"/>
            <a:ext cx="11292840" cy="2423160"/>
          </a:xfrm>
          <a:prstGeom prst="rect">
            <a:avLst/>
          </a:prstGeom>
          <a:solidFill>
            <a:srgbClr val="E0F5F7"/>
          </a:solidFill>
          <a:ln w="6350">
            <a:solidFill>
              <a:srgbClr val="77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0" y="1234440"/>
            <a:ext cx="896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C45008"/>
                </a:solidFill>
              </a:rPr>
              <a:t>USER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2834640"/>
            <a:ext cx="896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5A238C"/>
                </a:solidFill>
              </a:rPr>
              <a:t>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4937760"/>
            <a:ext cx="896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7E8A"/>
                </a:solidFill>
              </a:rPr>
              <a:t>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5840" y="1051560"/>
            <a:ext cx="1371600" cy="777240"/>
          </a:xfrm>
          <a:prstGeom prst="roundRect">
            <a:avLst/>
          </a:prstGeom>
          <a:solidFill>
            <a:srgbClr val="C4500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User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query input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17520" y="1051560"/>
            <a:ext cx="1737360" cy="777240"/>
          </a:xfrm>
          <a:prstGeom prst="roundRect">
            <a:avLst/>
          </a:prstGeom>
          <a:solidFill>
            <a:srgbClr val="175CA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chat.py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localhost:8082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5840" y="2697480"/>
            <a:ext cx="2011680" cy="777240"/>
          </a:xfrm>
          <a:prstGeom prst="roundRect">
            <a:avLst/>
          </a:prstGeom>
          <a:solidFill>
            <a:srgbClr val="0A295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Orchestrator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port 8082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31920" y="2697480"/>
            <a:ext cx="2377440" cy="777240"/>
          </a:xfrm>
          <a:prstGeom prst="roundRect">
            <a:avLst/>
          </a:prstGeom>
          <a:solidFill>
            <a:srgbClr val="5A238C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Gemini LLM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gemini-2.5-flash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" y="4480560"/>
            <a:ext cx="2011680" cy="685800"/>
          </a:xfrm>
          <a:prstGeom prst="roundRect">
            <a:avLst/>
          </a:prstGeom>
          <a:solidFill>
            <a:srgbClr val="007E8A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Controller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port 8080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0" y="5303520"/>
            <a:ext cx="2011680" cy="685800"/>
          </a:xfrm>
          <a:prstGeom prst="roundRect">
            <a:avLst/>
          </a:prstGeom>
          <a:solidFill>
            <a:srgbClr val="1B6F4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topology.json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cell assignments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92240" y="5303520"/>
            <a:ext cx="2011680" cy="685800"/>
          </a:xfrm>
          <a:prstGeom prst="roundRect">
            <a:avLst/>
          </a:prstGeom>
          <a:solidFill>
            <a:srgbClr val="1B6F4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InfluxDB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port 8086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377440" y="1440180"/>
            <a:ext cx="640080" cy="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377440" y="109728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HTTP
POST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2011680" y="1828800"/>
            <a:ext cx="1874520" cy="86868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468880" y="21488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POST /chat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017520" y="2834640"/>
            <a:ext cx="914400" cy="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017520" y="2514600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prompt +
snapshot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3017520" y="2926080"/>
            <a:ext cx="914400" cy="0"/>
          </a:xfrm>
          <a:prstGeom prst="line">
            <a:avLst/>
          </a:prstGeom>
          <a:ln w="22225">
            <a:solidFill>
              <a:srgbClr val="1B6F4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2926080" y="297180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fn call 1:
get_alerts
(SINR_LOW)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11680" y="3474720"/>
            <a:ext cx="0" cy="100584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057400" y="3840480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GET /alerts
?type=SINR_LOW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286000" y="5166360"/>
            <a:ext cx="1371600" cy="27432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743200" y="5029200"/>
            <a:ext cx="3749040" cy="27432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 flipV="1">
            <a:off x="2834640" y="4572000"/>
            <a:ext cx="1097280" cy="731520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 flipV="1">
            <a:off x="2926080" y="4663440"/>
            <a:ext cx="3749040" cy="640080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91440" y="3749039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tool 1
result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1737360" y="3520440"/>
            <a:ext cx="0" cy="960120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3017520" y="3246120"/>
            <a:ext cx="914400" cy="0"/>
          </a:xfrm>
          <a:prstGeom prst="line">
            <a:avLst/>
          </a:prstGeom>
          <a:ln w="22225">
            <a:solidFill>
              <a:srgbClr val="DD88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2926080" y="32918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CC7700"/>
                </a:solidFill>
              </a:rPr>
              <a:t>fn call 2+3:
query_network
+ move_cell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828800" y="3474720"/>
            <a:ext cx="0" cy="1005840"/>
          </a:xfrm>
          <a:prstGeom prst="line">
            <a:avLst/>
          </a:prstGeom>
          <a:ln w="22225">
            <a:solidFill>
              <a:srgbClr val="DD88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2057400" y="411480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CC7700"/>
                </a:solidFill>
              </a:rPr>
              <a:t>GET /network
POST /move/cell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2286000" y="5212080"/>
            <a:ext cx="1371600" cy="274320"/>
          </a:xfrm>
          <a:prstGeom prst="line">
            <a:avLst/>
          </a:prstGeom>
          <a:ln w="22225">
            <a:solidFill>
              <a:srgbClr val="DD88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 flipV="1">
            <a:off x="2834640" y="4617720"/>
            <a:ext cx="1097280" cy="868680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91440" y="41148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tool 2
result</a:t>
            </a:r>
          </a:p>
        </p:txBody>
      </p:sp>
      <p:cxnSp>
        <p:nvCxnSpPr>
          <p:cNvPr id="42" name="Connector 41"/>
          <p:cNvCxnSpPr/>
          <p:nvPr/>
        </p:nvCxnSpPr>
        <p:spPr>
          <a:xfrm flipH="1" flipV="1">
            <a:off x="2103120" y="1920240"/>
            <a:ext cx="914400" cy="1417320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 flipV="1">
            <a:off x="1691640" y="1600200"/>
            <a:ext cx="365760" cy="274319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48640" y="228600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NL reply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44000" y="1051560"/>
            <a:ext cx="283464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89720" y="10789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A2955"/>
                </a:solidFill>
              </a:rPr>
              <a:t>Legend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9235440" y="1572768"/>
            <a:ext cx="548640" cy="0"/>
          </a:xfrm>
          <a:prstGeom prst="line">
            <a:avLst/>
          </a:prstGeom>
          <a:ln w="19050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9829800" y="144475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44"/>
                </a:solidFill>
              </a:rPr>
              <a:t>Query / Request path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9235440" y="1911095"/>
            <a:ext cx="548640" cy="0"/>
          </a:xfrm>
          <a:prstGeom prst="line">
            <a:avLst/>
          </a:prstGeom>
          <a:ln w="19050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9829800" y="179222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44"/>
                </a:solidFill>
              </a:rPr>
              <a:t>Response / Return path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132320" y="2697480"/>
            <a:ext cx="2743200" cy="777240"/>
          </a:xfrm>
          <a:prstGeom prst="roundRect">
            <a:avLst/>
          </a:prstGeom>
          <a:solidFill>
            <a:srgbClr val="44227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FFFFFF"/>
                </a:solidFill>
              </a:rPr>
              <a:t>SINR_LOW alerts →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confirm sinr_db →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rebalance southern cells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309360" y="3086100"/>
            <a:ext cx="822960" cy="0"/>
          </a:xfrm>
          <a:prstGeom prst="line">
            <a:avLst/>
          </a:prstGeom>
          <a:ln w="19050">
            <a:solidFill>
              <a:srgbClr val="5A23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309360" y="28346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5A238C"/>
                </a:solidFill>
              </a:rPr>
              <a:t>tool
results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144000" y="2560320"/>
            <a:ext cx="2834640" cy="548640"/>
          </a:xfrm>
          <a:prstGeom prst="rect">
            <a:avLst/>
          </a:prstGeom>
          <a:solidFill>
            <a:srgbClr val="F5C518"/>
          </a:solidFill>
          <a:ln w="635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189720" y="2578608"/>
            <a:ext cx="27432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44"/>
                </a:solidFill>
              </a:rPr>
              <a:t>Orange arrows = Tool 2 (action)
Green arrows = Tool 1 (read)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A2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I2 Query — Step-by-Step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14400"/>
            <a:ext cx="1161288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950976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978408"/>
            <a:ext cx="1463040" cy="274320"/>
          </a:xfrm>
          <a:prstGeom prst="rect">
            <a:avLst/>
          </a:prstGeom>
          <a:solidFill>
            <a:srgbClr val="C45008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97840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User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3160" y="950976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Types intent-based query into chat.py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316736"/>
            <a:ext cx="11612880" cy="402336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353312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1380744"/>
            <a:ext cx="1463040" cy="274320"/>
          </a:xfrm>
          <a:prstGeom prst="rect">
            <a:avLst/>
          </a:prstGeom>
          <a:solidFill>
            <a:srgbClr val="175CA6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38074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chat.py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353312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HTTP POST {session, message} to Orchestrator /chat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719072"/>
            <a:ext cx="1161288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1755648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1783080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178308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3160" y="1755648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Injects live network snapshot; calls Gemini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121408"/>
            <a:ext cx="11612880" cy="402336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2157984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8680" y="2185416"/>
            <a:ext cx="1463040" cy="274320"/>
          </a:xfrm>
          <a:prstGeom prst="rect">
            <a:avLst/>
          </a:prstGeom>
          <a:solidFill>
            <a:srgbClr val="5A238C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18541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Gemini LLM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2157984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Tool call 1: get_alerts(alert_type="SINR_LOW")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2523744"/>
            <a:ext cx="1161288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" y="2560320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8680" y="2587751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2587751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23160" y="2560320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GET /alerts?alert_type=SINR_LOW on Controller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2926080"/>
            <a:ext cx="11612880" cy="402336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" y="2962656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8680" y="2990088"/>
            <a:ext cx="1463040" cy="274320"/>
          </a:xfrm>
          <a:prstGeom prst="rect">
            <a:avLst/>
          </a:prstGeom>
          <a:solidFill>
            <a:srgbClr val="007E8A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299008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Controller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23160" y="2962656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Queries InfluxDB alerts: SINR_LOW records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3328416"/>
            <a:ext cx="1161288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0040" y="3364992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8680" y="3392424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339242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23160" y="3364992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Returns SINR_LOW alert list to Gemini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3730752"/>
            <a:ext cx="11612880" cy="402336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0040" y="3767328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68680" y="3794760"/>
            <a:ext cx="1463040" cy="274320"/>
          </a:xfrm>
          <a:prstGeom prst="rect">
            <a:avLst/>
          </a:prstGeom>
          <a:solidFill>
            <a:srgbClr val="5A238C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379476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Gemini LLM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23160" y="3767328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Tool call 2: query_network() — get sinr_db + cell locations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4133087"/>
            <a:ext cx="1161288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0040" y="4169663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68680" y="4197096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68680" y="419709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423160" y="4169663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GET /network → Controller → topology.json + InfluxDB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4320" y="4535424"/>
            <a:ext cx="11612880" cy="402336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0040" y="4572000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68680" y="4599432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68680" y="459943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423160" y="4572000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Returns full network snapshot to Gemini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74320" y="4937760"/>
            <a:ext cx="1161288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20040" y="4974336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68680" y="5001768"/>
            <a:ext cx="1463040" cy="274320"/>
          </a:xfrm>
          <a:prstGeom prst="rect">
            <a:avLst/>
          </a:prstGeom>
          <a:solidFill>
            <a:srgbClr val="5A238C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68680" y="500176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Gemini LLM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423160" y="4974336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Filters southern cells (lat &lt; 13.000): MGR, CHD, 6CR, SPG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74320" y="5340096"/>
            <a:ext cx="11612880" cy="402336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20040" y="5376672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68680" y="5404104"/>
            <a:ext cx="1463040" cy="274320"/>
          </a:xfrm>
          <a:prstGeom prst="rect">
            <a:avLst/>
          </a:prstGeom>
          <a:solidFill>
            <a:srgbClr val="5A238C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68680" y="540410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Gemini LLM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423160" y="5376672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Cross-checks SINR_LOW alerts with live sinr_db values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74320" y="5742432"/>
            <a:ext cx="1161288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20040" y="5779008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13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68680" y="5806440"/>
            <a:ext cx="1463040" cy="274320"/>
          </a:xfrm>
          <a:prstGeom prst="rect">
            <a:avLst/>
          </a:prstGeom>
          <a:solidFill>
            <a:srgbClr val="5A238C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68680" y="580644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Gemini LLM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423160" y="5779008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Tool call 3: move_cell(cell_id=X, target_du_id=Y)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74320" y="6144768"/>
            <a:ext cx="11612880" cy="402336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20040" y="6181344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14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68680" y="6208776"/>
            <a:ext cx="1463040" cy="274320"/>
          </a:xfrm>
          <a:prstGeom prst="rect">
            <a:avLst/>
          </a:prstGeom>
          <a:solidFill>
            <a:srgbClr val="007E8A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68680" y="620877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Controller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423160" y="6181344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Atomically updates topology.json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74320" y="6547104"/>
            <a:ext cx="1161288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20040" y="6583680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15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68680" y="6611112"/>
            <a:ext cx="1463040" cy="274320"/>
          </a:xfrm>
          <a:prstGeom prst="rect">
            <a:avLst/>
          </a:prstGeom>
          <a:solidFill>
            <a:srgbClr val="5A238C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68680" y="661111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Gemini LLM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423160" y="6583680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Generates: SINR diagnosis, cells moved, expected improvement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