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I1 Query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20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9CCFF"/>
                </a:solidFill>
              </a:rPr>
              <a:t>"query_network  →  assess area  →  move_cell or plan_network  (autonomous)"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DD88"/>
                </a:solidFill>
              </a:rPr>
              <a:t>Tool: 4G/5G NSA  ·  Intent-based SON  ·  Gemini decides action autonomously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I1 Query Flow — Intent-Based UX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914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C518"/>
                </a:solidFill>
              </a:rPr>
              <a:t>Multi-tool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914400"/>
            <a:ext cx="11292840" cy="1645920"/>
          </a:xfrm>
          <a:prstGeom prst="rect">
            <a:avLst/>
          </a:prstGeom>
          <a:solidFill>
            <a:srgbClr val="FFF0E8"/>
          </a:solidFill>
          <a:ln w="6350">
            <a:solidFill>
              <a:srgbClr val="DD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560320"/>
            <a:ext cx="11292840" cy="1783080"/>
          </a:xfrm>
          <a:prstGeom prst="rect">
            <a:avLst/>
          </a:prstGeom>
          <a:solidFill>
            <a:srgbClr val="F2EBFF"/>
          </a:solidFill>
          <a:ln w="6350">
            <a:solidFill>
              <a:srgbClr val="AA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4343400"/>
            <a:ext cx="11292840" cy="2423160"/>
          </a:xfrm>
          <a:prstGeom prst="rect">
            <a:avLst/>
          </a:prstGeom>
          <a:solidFill>
            <a:srgbClr val="E0F5F7"/>
          </a:solidFill>
          <a:ln w="6350">
            <a:solidFill>
              <a:srgbClr val="77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123444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45008"/>
                </a:solidFill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83464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A238C"/>
                </a:solidFill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93776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7E8A"/>
                </a:solidFill>
              </a:rPr>
              <a:t>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1051560"/>
            <a:ext cx="1371600" cy="777240"/>
          </a:xfrm>
          <a:prstGeom prst="roundRect">
            <a:avLst/>
          </a:prstGeom>
          <a:solidFill>
            <a:srgbClr val="C4500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User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query 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1051560"/>
            <a:ext cx="1737360" cy="777240"/>
          </a:xfrm>
          <a:prstGeom prst="roundRect">
            <a:avLst/>
          </a:prstGeom>
          <a:solidFill>
            <a:srgbClr val="175CA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chat.py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localhost:8082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2697480"/>
            <a:ext cx="2011680" cy="777240"/>
          </a:xfrm>
          <a:prstGeom prst="roundRect">
            <a:avLst/>
          </a:prstGeom>
          <a:solidFill>
            <a:srgbClr val="0A295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Orchestrator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2697480"/>
            <a:ext cx="2377440" cy="777240"/>
          </a:xfrm>
          <a:prstGeom prst="roundRect">
            <a:avLst/>
          </a:prstGeom>
          <a:solidFill>
            <a:srgbClr val="5A238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Gemini LLM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gemini-2.5-flash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480560"/>
            <a:ext cx="2011680" cy="685800"/>
          </a:xfrm>
          <a:prstGeom prst="roundRect">
            <a:avLst/>
          </a:prstGeom>
          <a:solidFill>
            <a:srgbClr val="007E8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Controller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5303520"/>
            <a:ext cx="2011680" cy="685800"/>
          </a:xfrm>
          <a:prstGeom prst="roundRect">
            <a:avLst/>
          </a:prstGeom>
          <a:solidFill>
            <a:srgbClr val="1B6F4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topology.json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cell assignments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5303520"/>
            <a:ext cx="2011680" cy="685800"/>
          </a:xfrm>
          <a:prstGeom prst="roundRect">
            <a:avLst/>
          </a:prstGeom>
          <a:solidFill>
            <a:srgbClr val="1B6F4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InfluxDB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port 8086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77440" y="1440180"/>
            <a:ext cx="640080" cy="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377440" y="10972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HTTP
POST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011680" y="1828800"/>
            <a:ext cx="1874520" cy="86868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468880" y="2148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POST /chat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017520" y="2834640"/>
            <a:ext cx="914400" cy="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017520" y="251460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prompt +
snapshot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3017520" y="2926080"/>
            <a:ext cx="914400" cy="0"/>
          </a:xfrm>
          <a:prstGeom prst="line">
            <a:avLst/>
          </a:prstGeom>
          <a:ln w="22225">
            <a:solidFill>
              <a:srgbClr val="1B6F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926080" y="2971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fn call 1:
query_network
{}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11680" y="3474720"/>
            <a:ext cx="0" cy="100584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057400" y="38404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GET /network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286000" y="5166360"/>
            <a:ext cx="1371600" cy="27432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743200" y="5029200"/>
            <a:ext cx="3749040" cy="27432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2834640" y="4572000"/>
            <a:ext cx="1097280" cy="73152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2926080" y="4663440"/>
            <a:ext cx="3749040" cy="64008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1440" y="37490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tool 1
result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1737360" y="3520440"/>
            <a:ext cx="0" cy="96012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3017520" y="3246120"/>
            <a:ext cx="914400" cy="0"/>
          </a:xfrm>
          <a:prstGeom prst="line">
            <a:avLst/>
          </a:prstGeom>
          <a:ln w="22225">
            <a:solidFill>
              <a:srgbClr val="DD8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26080" y="32918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C7700"/>
                </a:solidFill>
              </a:rPr>
              <a:t>fn call 2:
move_cell or
plan_network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828800" y="3474720"/>
            <a:ext cx="0" cy="1005840"/>
          </a:xfrm>
          <a:prstGeom prst="line">
            <a:avLst/>
          </a:prstGeom>
          <a:ln w="22225">
            <a:solidFill>
              <a:srgbClr val="DD8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057400" y="41148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C7700"/>
                </a:solidFill>
              </a:rPr>
              <a:t>POST /move/cell
or /plan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286000" y="5212080"/>
            <a:ext cx="1371600" cy="274320"/>
          </a:xfrm>
          <a:prstGeom prst="line">
            <a:avLst/>
          </a:prstGeom>
          <a:ln w="22225">
            <a:solidFill>
              <a:srgbClr val="DD8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2834640" y="4617720"/>
            <a:ext cx="1097280" cy="86868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1440" y="4114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tool 2
result</a:t>
            </a:r>
          </a:p>
        </p:txBody>
      </p:sp>
      <p:cxnSp>
        <p:nvCxnSpPr>
          <p:cNvPr id="42" name="Connector 41"/>
          <p:cNvCxnSpPr/>
          <p:nvPr/>
        </p:nvCxnSpPr>
        <p:spPr>
          <a:xfrm flipH="1" flipV="1">
            <a:off x="2103120" y="1920240"/>
            <a:ext cx="914400" cy="141732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1691640" y="1600200"/>
            <a:ext cx="365760" cy="274319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48640" y="2286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NL reply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0" y="1051560"/>
            <a:ext cx="2834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89720" y="1078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2955"/>
                </a:solidFill>
              </a:rPr>
              <a:t>Legend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235440" y="1572768"/>
            <a:ext cx="548640" cy="0"/>
          </a:xfrm>
          <a:prstGeom prst="line">
            <a:avLst/>
          </a:prstGeom>
          <a:ln w="19050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829800" y="14447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Query / Request path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235440" y="1911095"/>
            <a:ext cx="548640" cy="0"/>
          </a:xfrm>
          <a:prstGeom prst="line">
            <a:avLst/>
          </a:prstGeom>
          <a:ln w="19050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829800" y="17922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Response / Return path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2320" y="2697480"/>
            <a:ext cx="2743200" cy="777240"/>
          </a:xfrm>
          <a:prstGeom prst="roundRect">
            <a:avLst/>
          </a:prstGeom>
          <a:solidFill>
            <a:srgbClr val="44227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Assess railway station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area cells → decides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action autonomously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309360" y="3086100"/>
            <a:ext cx="822960" cy="0"/>
          </a:xfrm>
          <a:prstGeom prst="line">
            <a:avLst/>
          </a:prstGeom>
          <a:ln w="19050">
            <a:solidFill>
              <a:srgbClr val="5A23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309360" y="28346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A238C"/>
                </a:solidFill>
              </a:rPr>
              <a:t>tool
results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0" y="2560320"/>
            <a:ext cx="2834640" cy="548640"/>
          </a:xfrm>
          <a:prstGeom prst="rect">
            <a:avLst/>
          </a:prstGeom>
          <a:solidFill>
            <a:srgbClr val="F5C518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89720" y="2578608"/>
            <a:ext cx="2743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Orange arrows = Tool 2 (action)
Green arrows = Tool 1 (read)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I1 Query — Step-by-Step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5097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78408"/>
            <a:ext cx="1463040" cy="274320"/>
          </a:xfrm>
          <a:prstGeom prst="rect">
            <a:avLst/>
          </a:prstGeom>
          <a:solidFill>
            <a:srgbClr val="C45008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784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95097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Types intent-based query into chat.py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16736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35331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1380744"/>
            <a:ext cx="1463040" cy="274320"/>
          </a:xfrm>
          <a:prstGeom prst="rect">
            <a:avLst/>
          </a:prstGeom>
          <a:solidFill>
            <a:srgbClr val="175CA6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38074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chat.py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35331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HTTP POST {session, message} to Orchestrator /chat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19072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75564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1783080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17830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175564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Injects live network snapshot; calls Gemini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121408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15798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2185416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18541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215798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Tool call 1: query_network() — assess all cells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523744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56032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2587751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2587751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256032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GET /network → Controller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926080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296265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2990088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29900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296265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topology.json + InfluxDB KPIs (PRB, SINR, UEs, throughput)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328416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36499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3392424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339242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336499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Returns full network snapshot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730752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376732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" y="3794760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37947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3160" y="376732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Returns snapshot to Gemini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133087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4169663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" y="4197096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419709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23160" y="4169663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Identifies railway station area cells: MLS_RWS_* (lat≈13.008)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535424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457200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" y="4599432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45994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23160" y="457200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Assesses KPIs: high PRB? low SINR? UEs near max?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937760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497433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8680" y="5001768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50017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23160" y="497433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Decides action: move_cell (DU imbalance) or plan_network (capacity)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340096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537667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8680" y="5404104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8680" y="54041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23160" y="537667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Executes chosen tool: move_cell or plan_network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5742432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577900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68680" y="5806440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8680" y="5806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23160" y="577900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Updates topology.json or generates capacity plan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6144768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040" y="618134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8680" y="6208776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68680" y="620877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23160" y="618134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Generates intent fulfilment summary with expected improvements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6547104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0040" y="658368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68680" y="6611112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68680" y="66111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423160" y="658368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Returns HTTP response {reply} to chat.py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