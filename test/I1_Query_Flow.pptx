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I1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"query_network  →  assess area  →  move_cell or plan_network  (autonomous)"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4G/5G NSA  ·  Intent-based SON  ·  Gemini decides action autonomously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I1 Query Flow — Intent-Based UX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Multi-tool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68580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5303520"/>
            <a:ext cx="2011680" cy="68580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cell assignments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5303520"/>
            <a:ext cx="2011680" cy="68580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292608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26080" y="2971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 1:
query_network
{}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8404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/network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166360"/>
            <a:ext cx="1371600" cy="27432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743200" y="5029200"/>
            <a:ext cx="3749040" cy="27432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2834640" y="4572000"/>
            <a:ext cx="1097280" cy="7315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926080" y="4663440"/>
            <a:ext cx="3749040" cy="64008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" y="37490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tool 1
result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737360" y="3520440"/>
            <a:ext cx="0" cy="9601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26080" y="3291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C7700"/>
                </a:solidFill>
              </a:rPr>
              <a:t>fn call 2:
move_cell or
plan_network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28800" y="3474720"/>
            <a:ext cx="0" cy="100584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057400" y="41148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C7700"/>
                </a:solidFill>
              </a:rPr>
              <a:t>POST /move/cell
or /plan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286000" y="5212080"/>
            <a:ext cx="1371600" cy="27432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834640" y="4617720"/>
            <a:ext cx="1097280" cy="86868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tool 2
result</a:t>
            </a:r>
          </a:p>
        </p:txBody>
      </p:sp>
      <p:cxnSp>
        <p:nvCxnSpPr>
          <p:cNvPr id="42" name="Connector 41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Assess railway station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area cells → decides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action autonomously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2560320"/>
            <a:ext cx="2834640" cy="548640"/>
          </a:xfrm>
          <a:prstGeom prst="rect">
            <a:avLst/>
          </a:prstGeom>
          <a:solidFill>
            <a:srgbClr val="F5C518"/>
          </a:solidFill>
          <a:ln w="63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2578608"/>
            <a:ext cx="2743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Orange arrows = Tool 2 (action)
Green arrows = Tool 1 (read)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I1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intent-based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/network; appends snapshot to SYSTEM_PROMPT; sends to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Tool call 1: query_network()  [while True loop, iteration 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GET /network → Controller; yields *[calling tool: query_network...]* inline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topology.json + InfluxDB KPIs (PRB, SINR, UEs, throughput); returns 30-cell snapshot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JSON-sanitises; appends FunctionResponse to session history; re-calls Gemini [iteration 2]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Identifies railway station area cells: MLS_RWS_* (lat≈13.008)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Assesses KPIs: high PRB? low SINR? UEs near max?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57200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57200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Autonomously decides: move_cell (DU imbalance) or plan_network (capacity gap)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93776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9743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49743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Executes chosen tool; yields *[calling tool...]* inline; updates topology or plan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4009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7667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37667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 result; appends to history; re-calls Gemini → loop exits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4243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7790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580644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5806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57790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intent fulfilment summary with expected UX improvements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14476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61813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" y="6208776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8680" y="62087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23160" y="61813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(StreamingResponse)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