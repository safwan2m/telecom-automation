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A1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"get_alerts(minutes=60)  →  all severities, all types"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4G/5G NSA  ·  KPI Agent LSTM classifier  ·  InfluxDB alerts measurement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A1 Query Flow — Network Anomaly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8CCFF"/>
                </a:solidFill>
              </a:rPr>
              <a:t>get_alerts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(context only)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InfluxDB alerts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OVERLOAD/SINR_LOW/
POWER_WASTE/UNDERLOAD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71800" y="32918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get_alerts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8862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/alerts
?minutes=60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68880" y="50292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N/A (alerts only)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393192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06240" y="487375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Flux: alerts last 60 min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00400" y="4828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N/A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393192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0" y="5166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alert records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" y="38404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merged
result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Groups by severity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&amp; alert_type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anomaly summary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A1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/network; appends snapshot to SYSTEM_PROMPT; sends to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Emits get_alerts(minutes=60) — all severities and types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get_alerts → queries InfluxDB directly via Flux; yields *[calling tool...]* inline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Flux query on InfluxDB alerts measurement: last 60 min, all severities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444444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InfluxDB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alert records written by KPI Agent LSTM classifier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 result; appends FunctionResponse to session history; re-calls Gemini (while True loop)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Groups alerts by severity (CRITICAL/WARNING/INFO) and type; loop exits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57200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57200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natural language anomaly summary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93776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9743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49743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(StreamingResponse)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4009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7667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37667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streamed anomaly report to operator terminal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