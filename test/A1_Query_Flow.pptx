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"get_alerts(minutes=60)  →  all severities, all types"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4G/5G NSA  ·  KPI Agent LSTM classifier  ·  InfluxDB alerts measurement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A1 Query Flow — Network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CCFF"/>
                </a:solidFill>
              </a:rPr>
              <a:t>get_alerts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(context only)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 alerts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OVERLOAD/SINR_LOW/
POWER_WASTE/UNDERLOAD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get_alerts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/alerts
?minutes=60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29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N/A (alerts only)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06240" y="48737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Flux: alerts last 60 min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00400" y="4828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N/A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alert records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merged
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Groups by severity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&amp; alert_type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anomaly summary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 into system prompt;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Emits get_alerts(minutes=60) — all severities and types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get_alerts → GET /alerts?minutes=60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Queries InfluxDB alerts measurement for last 60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444444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InfluxDB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alert records written by KPI Agent LSTM classifier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alert list sorted by severity and timestamp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Passes tool result to Gemini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Groups alerts by severity (CRITICAL/WARNING/INFO) and type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natural language anomaly summary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4243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7790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7790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anomaly report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