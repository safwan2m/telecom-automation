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"get_alerts(OVERLOAD)  →  move_cell × N  (multi-tool)"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4G/5G NSA  ·  SON Agent  ·  Autonomous load rebalancing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O1 Query Flow — Load Balancing (Multi-Tool)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Multi-tool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68580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 assignments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03520"/>
            <a:ext cx="2011680" cy="68580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92608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 1:
get_alerts
(OVERLOAD)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40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/alerts
(OVERLOAD)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166360"/>
            <a:ext cx="137160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43200" y="5029200"/>
            <a:ext cx="3749040" cy="27432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834640" y="4572000"/>
            <a:ext cx="1097280" cy="7315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926080" y="4663440"/>
            <a:ext cx="3749040" cy="6400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" y="37490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1
result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737360" y="3520440"/>
            <a:ext cx="0" cy="9601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26080" y="3291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fn call 2:
move_cell
(×N cells)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28800" y="3474720"/>
            <a:ext cx="0" cy="100584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740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7700"/>
                </a:solidFill>
              </a:rPr>
              <a:t>POST /move/cell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86000" y="5212080"/>
            <a:ext cx="1371600" cy="274320"/>
          </a:xfrm>
          <a:prstGeom prst="line">
            <a:avLst/>
          </a:prstGeom>
          <a:ln w="22225">
            <a:solidFill>
              <a:srgbClr val="DD8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834640" y="4617720"/>
            <a:ext cx="1097280" cy="86868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tool 2
result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get_alerts → overloaded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cells; move_cell each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to lightest DU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2560320"/>
            <a:ext cx="2834640" cy="548640"/>
          </a:xfrm>
          <a:prstGeom prst="rect">
            <a:avLst/>
          </a:prstGeom>
          <a:solidFill>
            <a:srgbClr val="F5C51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257860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Orange arrows = Tool 2 (action)
Green arrows = Tool 1 (read)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1: get_alerts(alert_type="OVERLOAD")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GET /alerts?alert_type=OVERLOAD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Queries InfluxDB: OVERLOAD alerts from KPI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list of overloaded cells + their current DU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alert list to Gemini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 lightest DU for each overloaded cell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572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599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57200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Tool call 2: move_cell(cell_id=X, target_du_id=Y)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9743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001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49743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 /move/cell on Controller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4009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766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37667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Atomically updates topology.json (write .tmp → rename)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74243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7790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806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57790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DU simulators pick up change within TOPO_POLL_SEC (5 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14476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1813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208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1813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Repeats move_cell for each remaining overloaded cell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654710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658368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6611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23160" y="658368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summary: cells moved, before/after DU loads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694944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69860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8680" y="701344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" y="7013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23160" y="698601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