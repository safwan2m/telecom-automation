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O1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9CCFF"/>
                </a:solidFill>
              </a:rPr>
              <a:t>"get_alerts(OVERLOAD)  →  move_cell × N  (multi-tool)"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4G/5G NSA  ·  SON Agent  ·  Autonomous load rebalancing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O1 Query Flow — Load Balancing (Multi-Tool)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Multi-tool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68580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5303520"/>
            <a:ext cx="2011680" cy="68580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cell assignments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5303520"/>
            <a:ext cx="2011680" cy="68580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port 8086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SYSTEM_PROMPT
+ snapshot
+ history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292608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26080" y="2971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 1:
get_alerts
(OVERLOAD)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84048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/alerts
(OVERLOAD)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166360"/>
            <a:ext cx="1371600" cy="27432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743200" y="5029200"/>
            <a:ext cx="3749040" cy="27432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2834640" y="4572000"/>
            <a:ext cx="1097280" cy="7315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2926080" y="4663440"/>
            <a:ext cx="3749040" cy="64008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" y="374903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tool 1
result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737360" y="3520440"/>
            <a:ext cx="0" cy="9601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26080" y="3291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C7700"/>
                </a:solidFill>
              </a:rPr>
              <a:t>fn call 2:
move_cell
(×N cells)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828800" y="3474720"/>
            <a:ext cx="0" cy="100584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057400" y="41148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C7700"/>
                </a:solidFill>
              </a:rPr>
              <a:t>POST /move/cell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286000" y="5212080"/>
            <a:ext cx="1371600" cy="27432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834640" y="4617720"/>
            <a:ext cx="1097280" cy="86868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tool 2
result</a:t>
            </a:r>
          </a:p>
        </p:txBody>
      </p:sp>
      <p:cxnSp>
        <p:nvCxnSpPr>
          <p:cNvPr id="42" name="Connector 41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get_alerts → overloaded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cells; move_cell each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to lightest DU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2560320"/>
            <a:ext cx="2834640" cy="548640"/>
          </a:xfrm>
          <a:prstGeom prst="rect">
            <a:avLst/>
          </a:prstGeom>
          <a:solidFill>
            <a:srgbClr val="F5C518"/>
          </a:solidFill>
          <a:ln w="63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2578608"/>
            <a:ext cx="2743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Orange arrows = Tool 2 (action)
Green arrows = Tool 1 (read)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O1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5097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5097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1673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533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{session_id, message} → Orchestrator /chat  (pure stdlib urllib; --session flag)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1907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75564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7556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Calls build_network_context() → GET /network; appends snapshot to SYSTEM_PROMPT; sends to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2140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57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Tool call 1: get_alerts(alert_type="OVERLOAD")  [while True loop, iteration 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60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5603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Direct Flux query on InfluxDB: OVERLOAD alerts; yields *[calling tool: get_alerts...]* inline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926080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96265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solidFill>
            <a:srgbClr val="444444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InfluxDB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96265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OVERLOAD records with cell_id, DU, severity, confidence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36499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36499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JSON-sanitises; appends FunctionResponse to session history; re-calls Gemini [loop iteration 2]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76732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Identifies lightest DU for each overloaded cell from network snapshot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33087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169663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169663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Tool call 2: move_cell(cell_id=X, target_du_id=Y)  [can batch multiple tool calls per turn]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57200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57200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POST /move/cell on Controller; yields *[calling tool: move_cell...]* inline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93776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9743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49743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Atomically updates topology.json (.tmp → rename); DU simulators reload within 5 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4009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7667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37667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 move result; appends to history; re-calls Gemini [loop continues]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4243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7790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5806440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5806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57790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Repeats move_cell for each remaining overloaded cell until all resolved → loop exits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614476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0040" y="61813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" y="620877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8680" y="62087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23160" y="61813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summary: cells moved, before/after DU loads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654710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0040" y="658368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8680" y="6611112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" y="66111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23160" y="658368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Streams text/plain chunks via sync generator (StreamingResponse)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