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F1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9CCFF"/>
                </a:solidFill>
              </a:rPr>
              <a:t>"No tool call  →  LLM explains from plan context"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DD88"/>
                </a:solidFill>
              </a:rPr>
              <a:t>Tool: Context: follow-up after plan_network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F1 Query Flow — Plan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91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C518"/>
                </a:solidFill>
              </a:rPr>
              <a:t>No tool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11292840" cy="1645920"/>
          </a:xfrm>
          <a:prstGeom prst="rect">
            <a:avLst/>
          </a:prstGeom>
          <a:solidFill>
            <a:srgbClr val="FFF0E8"/>
          </a:solidFill>
          <a:ln w="6350">
            <a:solidFill>
              <a:srgbClr val="DD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1292840" cy="3200400"/>
          </a:xfrm>
          <a:prstGeom prst="rect">
            <a:avLst/>
          </a:prstGeom>
          <a:solidFill>
            <a:srgbClr val="F2EBFF"/>
          </a:solidFill>
          <a:ln w="6350">
            <a:solidFill>
              <a:srgbClr val="AA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2344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5008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20040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238C"/>
                </a:solidFill>
              </a:rPr>
              <a:t>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051560"/>
            <a:ext cx="1371600" cy="777240"/>
          </a:xfrm>
          <a:prstGeom prst="roundRect">
            <a:avLst/>
          </a:prstGeom>
          <a:solidFill>
            <a:srgbClr val="C4500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query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051560"/>
            <a:ext cx="1737360" cy="777240"/>
          </a:xfrm>
          <a:prstGeom prst="roundRect">
            <a:avLst/>
          </a:prstGeom>
          <a:solidFill>
            <a:srgbClr val="175CA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localhost:8082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697480"/>
            <a:ext cx="2011680" cy="77724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2697480"/>
            <a:ext cx="2377440" cy="777240"/>
          </a:xfrm>
          <a:prstGeom prst="roundRect">
            <a:avLst/>
          </a:prstGeom>
          <a:solidFill>
            <a:srgbClr val="5A238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Gemini LLM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697480"/>
            <a:ext cx="4480560" cy="777240"/>
          </a:xfrm>
          <a:prstGeom prst="roundRect">
            <a:avLst/>
          </a:prstGeom>
          <a:solidFill>
            <a:srgbClr val="1A5A2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Conversation History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(plan results, tool call records,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prior alerts &amp; moves)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09360" y="3086100"/>
            <a:ext cx="1005840" cy="0"/>
          </a:xfrm>
          <a:prstGeom prst="line">
            <a:avLst/>
          </a:prstGeom>
          <a:ln w="19050">
            <a:solidFill>
              <a:srgbClr val="1B6F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09360" y="28346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reads
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3931920"/>
            <a:ext cx="2377440" cy="914400"/>
          </a:xfrm>
          <a:prstGeom prst="roundRect">
            <a:avLst/>
          </a:prstGeom>
          <a:solidFill>
            <a:srgbClr val="44227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Reads plan from context: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density_weight + budget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→ explains site selection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20640" y="3474720"/>
            <a:ext cx="0" cy="457200"/>
          </a:xfrm>
          <a:prstGeom prst="line">
            <a:avLst/>
          </a:prstGeom>
          <a:ln w="19050">
            <a:solidFill>
              <a:srgbClr val="5A23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66360" y="3566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238C"/>
                </a:solidFill>
              </a:rPr>
              <a:t>reasons
from history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77440" y="1440180"/>
            <a:ext cx="64008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HTTP
POST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011680" y="1828800"/>
            <a:ext cx="1874520" cy="86868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688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POST /chat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17520" y="2834640"/>
            <a:ext cx="91440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01752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SYSTEM_PROMPT
+ snapshot
+ history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3017520" y="2011680"/>
            <a:ext cx="914400" cy="28346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691640" y="1600200"/>
            <a:ext cx="365760" cy="274319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NL reply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F1 Query — Step-by-Step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5097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solidFill>
            <a:srgbClr val="C45008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784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95097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Types follow-up query into chat.py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16736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5331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3807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35331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HTTP POST {session_id, message} → Orchestrator /chat  (pure stdlib urllib; --session flag)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19072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75564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75564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Calls build_network_context() → GET /network; appends snapshot to SYSTEM_PROMPT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21408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5798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185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15798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Sends SYSTEM_PROMPT + snapshot + full session history (types.Content) to Gemini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23744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5603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587751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56032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No tool call — reads plan_network result from session history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26080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96265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29900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296265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Identifies candidate site density_weight and budget fit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28416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36499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392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36499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Explains SINR margin, PCI assignment, DU selection logic; loop exits (no tool calls)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30752"/>
            <a:ext cx="11612880" cy="402336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76732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794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76732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Streams text/plain chunks via sync generator (Starlette thread pool → StreamingResponse)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133087"/>
            <a:ext cx="116128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169663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1970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169663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Prints streamed explanation to operator terminal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