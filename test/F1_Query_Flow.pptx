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F1 Query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99CCFF"/>
                </a:solidFill>
              </a:rPr>
              <a:t>"No tool call  →  LLM explains from plan context"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DD88"/>
                </a:solidFill>
              </a:rPr>
              <a:t>Tool: Context: follow-up after plan_network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F1 Query Flow — Plan Explanation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914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C518"/>
                </a:solidFill>
              </a:rPr>
              <a:t>No tool 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914400"/>
            <a:ext cx="11292840" cy="1645920"/>
          </a:xfrm>
          <a:prstGeom prst="rect">
            <a:avLst/>
          </a:prstGeom>
          <a:solidFill>
            <a:srgbClr val="FFF0E8"/>
          </a:solidFill>
          <a:ln w="6350">
            <a:solidFill>
              <a:srgbClr val="DDA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560320"/>
            <a:ext cx="11292840" cy="3200400"/>
          </a:xfrm>
          <a:prstGeom prst="rect">
            <a:avLst/>
          </a:prstGeom>
          <a:solidFill>
            <a:srgbClr val="F2EBFF"/>
          </a:solidFill>
          <a:ln w="6350">
            <a:solidFill>
              <a:srgbClr val="AA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12344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45008"/>
                </a:solidFill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20040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A238C"/>
                </a:solidFill>
              </a:rPr>
              <a:t>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1051560"/>
            <a:ext cx="1371600" cy="777240"/>
          </a:xfrm>
          <a:prstGeom prst="roundRect">
            <a:avLst/>
          </a:prstGeom>
          <a:solidFill>
            <a:srgbClr val="C4500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User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query input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17520" y="1051560"/>
            <a:ext cx="1737360" cy="777240"/>
          </a:xfrm>
          <a:prstGeom prst="roundRect">
            <a:avLst/>
          </a:prstGeom>
          <a:solidFill>
            <a:srgbClr val="175CA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chat.py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localhost:8082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2697480"/>
            <a:ext cx="2011680" cy="777240"/>
          </a:xfrm>
          <a:prstGeom prst="roundRect">
            <a:avLst/>
          </a:prstGeom>
          <a:solidFill>
            <a:srgbClr val="0A295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Orchestrator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2697480"/>
            <a:ext cx="2377440" cy="777240"/>
          </a:xfrm>
          <a:prstGeom prst="roundRect">
            <a:avLst/>
          </a:prstGeom>
          <a:solidFill>
            <a:srgbClr val="5A238C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Gemini LLM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gemini-2.5-flash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697480"/>
            <a:ext cx="4480560" cy="777240"/>
          </a:xfrm>
          <a:prstGeom prst="roundRect">
            <a:avLst/>
          </a:prstGeom>
          <a:solidFill>
            <a:srgbClr val="1A5A2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Conversation History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(plan results, tool call records,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prior alerts &amp; moves)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9360" y="3086100"/>
            <a:ext cx="1005840" cy="0"/>
          </a:xfrm>
          <a:prstGeom prst="line">
            <a:avLst/>
          </a:prstGeom>
          <a:ln w="19050">
            <a:solidFill>
              <a:srgbClr val="1B6F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9360" y="28346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reads
context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3931920"/>
            <a:ext cx="2377440" cy="914400"/>
          </a:xfrm>
          <a:prstGeom prst="roundRect">
            <a:avLst/>
          </a:prstGeom>
          <a:solidFill>
            <a:srgbClr val="44227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Reads plan from context: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density_weight + budget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→ explains site selection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120640" y="3474720"/>
            <a:ext cx="0" cy="457200"/>
          </a:xfrm>
          <a:prstGeom prst="line">
            <a:avLst/>
          </a:prstGeom>
          <a:ln w="19050">
            <a:solidFill>
              <a:srgbClr val="5A23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166360" y="35661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A238C"/>
                </a:solidFill>
              </a:rPr>
              <a:t>reasons
from history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377440" y="1440180"/>
            <a:ext cx="64008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377440" y="10972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HTTP
POST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2011680" y="1828800"/>
            <a:ext cx="1874520" cy="86868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468880" y="2148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POST /chat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017520" y="2834640"/>
            <a:ext cx="91440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017520" y="251460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prompt +
full history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3017520" y="2011680"/>
            <a:ext cx="914400" cy="28346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1691640" y="1600200"/>
            <a:ext cx="365760" cy="274319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2286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NL reply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F1 Query — Step-by-Step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5097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978408"/>
            <a:ext cx="1463040" cy="274320"/>
          </a:xfrm>
          <a:prstGeom prst="rect">
            <a:avLst/>
          </a:prstGeom>
          <a:solidFill>
            <a:srgbClr val="C45008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9784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95097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Types follow-up query into chat.py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16736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5331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1380744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3807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35331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HTTP POST {session, message} to Orchestrator /chat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719072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75564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178308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17830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75564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Injects conversation history including plan_network result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21408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15798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2185416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1854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15798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tool call — reads plan details from conversation context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23744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56032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2587751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2587751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256032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Identifies candidate site density_weight and budget fit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926080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296265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2990088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29900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296265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Explains SINR margin, PCI assignment, DU selection logic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328416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336499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392424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33924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336499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Generates natural language explanation of site selection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730752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76732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" y="379476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7947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76732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Returns HTTP response {reply} to chat.py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133087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4169663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4169663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Prints explanation to user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