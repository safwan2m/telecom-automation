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F2 Query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20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9CCFF"/>
                </a:solidFill>
              </a:rPr>
              <a:t>"query_network  →  cross-reference plan cells vs current topology"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DD88"/>
                </a:solidFill>
              </a:rPr>
              <a:t>Tool: Context: follow-up after plan_network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F2 Query Flow — Affected Cells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CCFF"/>
                </a:solidFill>
              </a:rPr>
              <a:t>query_network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914400"/>
            <a:ext cx="11292840" cy="1645920"/>
          </a:xfrm>
          <a:prstGeom prst="rect">
            <a:avLst/>
          </a:prstGeom>
          <a:solidFill>
            <a:srgbClr val="FFF0E8"/>
          </a:solidFill>
          <a:ln w="6350">
            <a:solidFill>
              <a:srgbClr val="DD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560320"/>
            <a:ext cx="11292840" cy="1783080"/>
          </a:xfrm>
          <a:prstGeom prst="rect">
            <a:avLst/>
          </a:prstGeom>
          <a:solidFill>
            <a:srgbClr val="F2EBFF"/>
          </a:solidFill>
          <a:ln w="6350">
            <a:solidFill>
              <a:srgbClr val="AA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343400"/>
            <a:ext cx="11292840" cy="2423160"/>
          </a:xfrm>
          <a:prstGeom prst="rect">
            <a:avLst/>
          </a:prstGeom>
          <a:solidFill>
            <a:srgbClr val="E0F5F7"/>
          </a:solidFill>
          <a:ln w="6350">
            <a:solidFill>
              <a:srgbClr val="77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12344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5008"/>
                </a:solidFill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8346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A238C"/>
                </a:solidFill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93776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7E8A"/>
                </a:solidFill>
              </a:rPr>
              <a:t>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1051560"/>
            <a:ext cx="1371600" cy="777240"/>
          </a:xfrm>
          <a:prstGeom prst="roundRect">
            <a:avLst/>
          </a:prstGeom>
          <a:solidFill>
            <a:srgbClr val="C4500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query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051560"/>
            <a:ext cx="1737360" cy="777240"/>
          </a:xfrm>
          <a:prstGeom prst="roundRect">
            <a:avLst/>
          </a:prstGeom>
          <a:solidFill>
            <a:srgbClr val="175CA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chat.py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localhost:8082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697480"/>
            <a:ext cx="2011680" cy="777240"/>
          </a:xfrm>
          <a:prstGeom prst="roundRect">
            <a:avLst/>
          </a:prstGeom>
          <a:solidFill>
            <a:srgbClr val="0A295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Orchestrator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2697480"/>
            <a:ext cx="2377440" cy="777240"/>
          </a:xfrm>
          <a:prstGeom prst="roundRect">
            <a:avLst/>
          </a:prstGeom>
          <a:solidFill>
            <a:srgbClr val="5A238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Gemini LLM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gemini-2.5-flash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480560"/>
            <a:ext cx="2011680" cy="777240"/>
          </a:xfrm>
          <a:prstGeom prst="roundRect">
            <a:avLst/>
          </a:prstGeom>
          <a:solidFill>
            <a:srgbClr val="007E8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Controller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5349240"/>
            <a:ext cx="2103120" cy="77724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topology.json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cell/DU/CU config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5349240"/>
            <a:ext cx="2103120" cy="77724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InfluxDB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port 8086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1440180"/>
            <a:ext cx="64008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7744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HTTP
POST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011680" y="1828800"/>
            <a:ext cx="1874520" cy="86868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46888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POST /chat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17520" y="2834640"/>
            <a:ext cx="91440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17520" y="25146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prompt +
snapshot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017520" y="3246120"/>
            <a:ext cx="914400" cy="0"/>
          </a:xfrm>
          <a:prstGeom prst="line">
            <a:avLst/>
          </a:prstGeom>
          <a:ln w="22225">
            <a:solidFill>
              <a:srgbClr val="1B6F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971800" y="32918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fn call:
query_network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11680" y="3474720"/>
            <a:ext cx="0" cy="10058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057400" y="38862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GET /network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86000" y="5257800"/>
            <a:ext cx="1463039" cy="3200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468880" y="5029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read config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43200" y="5120640"/>
            <a:ext cx="3931920" cy="3200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206240" y="48737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Flux query: cell KPIs</a:t>
            </a: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2834640" y="4572000"/>
            <a:ext cx="1371600" cy="77724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200400" y="48280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cell config</a:t>
            </a: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2926080" y="4754880"/>
            <a:ext cx="3931920" cy="59436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72000" y="5166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KPIs per cell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1737360" y="3474720"/>
            <a:ext cx="0" cy="100584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2103120" y="1920240"/>
            <a:ext cx="914400" cy="141732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691640" y="1600200"/>
            <a:ext cx="365760" cy="274319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8640" y="2286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NL reply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" y="38404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merged
result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105156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1078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55"/>
                </a:solidFill>
              </a:rPr>
              <a:t>Legend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235440" y="1572768"/>
            <a:ext cx="548640" cy="0"/>
          </a:xfrm>
          <a:prstGeom prst="line">
            <a:avLst/>
          </a:prstGeom>
          <a:ln w="19050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829800" y="1444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Query / Request path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35440" y="1911095"/>
            <a:ext cx="548640" cy="0"/>
          </a:xfrm>
          <a:prstGeom prst="line">
            <a:avLst/>
          </a:prstGeom>
          <a:ln w="19050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829800" y="17922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Response / Return path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0" y="2697480"/>
            <a:ext cx="2743200" cy="777240"/>
          </a:xfrm>
          <a:prstGeom prst="roundRect">
            <a:avLst/>
          </a:prstGeom>
          <a:solidFill>
            <a:srgbClr val="44227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Cross-ref plan cells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vs current topology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→ list affected cells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309360" y="3086100"/>
            <a:ext cx="822960" cy="0"/>
          </a:xfrm>
          <a:prstGeom prst="line">
            <a:avLst/>
          </a:prstGeom>
          <a:ln w="19050">
            <a:solidFill>
              <a:srgbClr val="5A23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309360" y="28346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A238C"/>
                </a:solidFill>
              </a:rPr>
              <a:t>tool
result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F2 Query — Step-by-Step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5097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78408"/>
            <a:ext cx="1463040" cy="274320"/>
          </a:xfrm>
          <a:prstGeom prst="rect">
            <a:avLst/>
          </a:prstGeom>
          <a:solidFill>
            <a:srgbClr val="C45008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784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95097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Types follow-up query into chat.py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16736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5331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380744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3807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35331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HTTP POST {session, message} to Orchestrator /chat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19072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75564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178308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1783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175564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Injects conversation history (plan result) + user message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21408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15798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2185416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1854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15798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Emits query_network() to get current topology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23744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56032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2587751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2587751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56032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Dispatches query_network → GET /network on Controller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926080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96265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2990088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29900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296265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Reads topology.json + InfluxDB KPIs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328416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36499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3392424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33924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336499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current 30-cell network snapshot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730752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76732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379476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3794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376732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Passes tool result to Gemini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133087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169663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4197096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41970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3160" y="4169663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Reads new plan cells from conversation history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535424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57200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4599432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45994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23160" y="457200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Cross-references plan cells vs existing cells (proximity, PCI)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937760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97433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" y="5001768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50017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23160" y="497433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Generates list of affected cells with reasoning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340096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537667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8680" y="5404104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" y="54041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23160" y="537667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HTTP response {reply} to chat.py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742432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577900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8680" y="5806440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5806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23160" y="577900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Prints affected cell list to user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