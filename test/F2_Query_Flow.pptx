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F2 Query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5204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99CCFF"/>
                </a:solidFill>
              </a:rPr>
              <a:t>"query_network  →  cross-reference plan cells vs current topology"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DD88"/>
                </a:solidFill>
              </a:rPr>
              <a:t>Tool: Context: follow-up after plan_network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F2 Query Flow — Affected Cells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914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88CCFF"/>
                </a:solidFill>
              </a:rPr>
              <a:t>query_network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914400"/>
            <a:ext cx="11292840" cy="1645920"/>
          </a:xfrm>
          <a:prstGeom prst="rect">
            <a:avLst/>
          </a:prstGeom>
          <a:solidFill>
            <a:srgbClr val="FFF0E8"/>
          </a:solidFill>
          <a:ln w="6350">
            <a:solidFill>
              <a:srgbClr val="DDA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560320"/>
            <a:ext cx="11292840" cy="1783080"/>
          </a:xfrm>
          <a:prstGeom prst="rect">
            <a:avLst/>
          </a:prstGeom>
          <a:solidFill>
            <a:srgbClr val="F2EBFF"/>
          </a:solidFill>
          <a:ln w="6350">
            <a:solidFill>
              <a:srgbClr val="AA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4343400"/>
            <a:ext cx="11292840" cy="2423160"/>
          </a:xfrm>
          <a:prstGeom prst="rect">
            <a:avLst/>
          </a:prstGeom>
          <a:solidFill>
            <a:srgbClr val="E0F5F7"/>
          </a:solidFill>
          <a:ln w="6350">
            <a:solidFill>
              <a:srgbClr val="77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12344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45008"/>
                </a:solidFill>
              </a:rPr>
              <a:t>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28346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A238C"/>
                </a:solidFill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93776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7E8A"/>
                </a:solidFill>
              </a:rPr>
              <a:t>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1051560"/>
            <a:ext cx="1371600" cy="777240"/>
          </a:xfrm>
          <a:prstGeom prst="roundRect">
            <a:avLst/>
          </a:prstGeom>
          <a:solidFill>
            <a:srgbClr val="C4500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User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query input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1051560"/>
            <a:ext cx="1737360" cy="777240"/>
          </a:xfrm>
          <a:prstGeom prst="roundRect">
            <a:avLst/>
          </a:prstGeom>
          <a:solidFill>
            <a:srgbClr val="175CA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chat.py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localhost:8082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2697480"/>
            <a:ext cx="2011680" cy="777240"/>
          </a:xfrm>
          <a:prstGeom prst="roundRect">
            <a:avLst/>
          </a:prstGeom>
          <a:solidFill>
            <a:srgbClr val="0A295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Orchestrator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2697480"/>
            <a:ext cx="2377440" cy="777240"/>
          </a:xfrm>
          <a:prstGeom prst="roundRect">
            <a:avLst/>
          </a:prstGeom>
          <a:solidFill>
            <a:srgbClr val="5A238C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Gemini LLM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gemini-2.5-flash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4480560"/>
            <a:ext cx="2011680" cy="777240"/>
          </a:xfrm>
          <a:prstGeom prst="roundRect">
            <a:avLst/>
          </a:prstGeom>
          <a:solidFill>
            <a:srgbClr val="007E8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Controller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39" y="5349240"/>
            <a:ext cx="2103120" cy="77724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topology.json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cell/DU/CU config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5349240"/>
            <a:ext cx="2103120" cy="77724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InfluxDB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port 8086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77440" y="1440180"/>
            <a:ext cx="64008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377440" y="10972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HTTP
POST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011680" y="1828800"/>
            <a:ext cx="1874520" cy="86868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468880" y="2148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POST /chat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17520" y="2834640"/>
            <a:ext cx="91440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017520" y="2514600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SYSTEM_PROMPT
+ snapshot
+ history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017520" y="3246120"/>
            <a:ext cx="914400" cy="0"/>
          </a:xfrm>
          <a:prstGeom prst="line">
            <a:avLst/>
          </a:prstGeom>
          <a:ln w="22225">
            <a:solidFill>
              <a:srgbClr val="1B6F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971800" y="32918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fn call:
query_network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11680" y="3474720"/>
            <a:ext cx="0" cy="10058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057400" y="388620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GET /network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286000" y="5257800"/>
            <a:ext cx="1463039" cy="3200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468880" y="50292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read config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743200" y="5120640"/>
            <a:ext cx="3931920" cy="3200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06240" y="487375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Flux query: cell KPIs</a:t>
            </a:r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2834640" y="4572000"/>
            <a:ext cx="1371600" cy="77724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200400" y="48280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cell config</a:t>
            </a:r>
          </a:p>
        </p:txBody>
      </p:sp>
      <p:cxnSp>
        <p:nvCxnSpPr>
          <p:cNvPr id="35" name="Connector 34"/>
          <p:cNvCxnSpPr/>
          <p:nvPr/>
        </p:nvCxnSpPr>
        <p:spPr>
          <a:xfrm flipH="1" flipV="1">
            <a:off x="2926080" y="4754880"/>
            <a:ext cx="3931920" cy="59436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0" y="51663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KPIs per cell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737360" y="3474720"/>
            <a:ext cx="0" cy="100584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 flipV="1">
            <a:off x="2103120" y="1920240"/>
            <a:ext cx="914400" cy="141732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 flipV="1">
            <a:off x="1691640" y="1600200"/>
            <a:ext cx="365760" cy="274319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2286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NL reply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" y="384048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merged
result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0" y="1051560"/>
            <a:ext cx="283464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89720" y="1078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2955"/>
                </a:solidFill>
              </a:rPr>
              <a:t>Legend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235440" y="1572768"/>
            <a:ext cx="548640" cy="0"/>
          </a:xfrm>
          <a:prstGeom prst="line">
            <a:avLst/>
          </a:prstGeom>
          <a:ln w="19050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829800" y="14447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Query / Request path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235440" y="1911095"/>
            <a:ext cx="548640" cy="0"/>
          </a:xfrm>
          <a:prstGeom prst="line">
            <a:avLst/>
          </a:prstGeom>
          <a:ln w="19050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9829800" y="17922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Response / Return path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0" y="2697480"/>
            <a:ext cx="2743200" cy="777240"/>
          </a:xfrm>
          <a:prstGeom prst="roundRect">
            <a:avLst/>
          </a:prstGeom>
          <a:solidFill>
            <a:srgbClr val="44227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Cross-ref plan cells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vs current topology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→ list affected cells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309360" y="3086100"/>
            <a:ext cx="822960" cy="0"/>
          </a:xfrm>
          <a:prstGeom prst="line">
            <a:avLst/>
          </a:prstGeom>
          <a:ln w="19050">
            <a:solidFill>
              <a:srgbClr val="5A23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309360" y="28346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A238C"/>
                </a:solidFill>
              </a:rPr>
              <a:t>tool
result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F2 Query — Step-by-Step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5097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978408"/>
            <a:ext cx="1463040" cy="274320"/>
          </a:xfrm>
          <a:prstGeom prst="rect">
            <a:avLst/>
          </a:prstGeom>
          <a:solidFill>
            <a:srgbClr val="C45008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9784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95097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Types follow-up query into chat.py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16736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5331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1380744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38074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35331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HTTP POST {session_id, message} → Orchestrator /chat  (pure stdlib urllib; --session flag)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719072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75564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1783080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17830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175564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Calls build_network_context() → GET /network; appends snapshot to SYSTEM_PROMPT; sends full session history to Gemini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121408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215798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2185416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1854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15798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Emits query_network() to get current topology for cross-referencing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523744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256032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2587751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2587751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256032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Dispatches query_network → GET /network on Controller; yields *[calling tool...]* inline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926080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296265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2990088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29900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296265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Reads topology.json + InfluxDB KPIs; returns 30-cell snapshot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328416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336499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3392424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339242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336499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JSON-sanitises result; appends FunctionResponse to session history; re-calls Gemini (while True loop)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730752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376732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" y="3794760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37947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376732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Reads new plan cells from session history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133087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4169663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4197096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" y="419709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4169663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Cross-references plan cells vs existing cells (proximity, PCI); loop exits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535424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0040" y="457200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8680" y="4599432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459943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23160" y="457200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Generates list of affected cells with reasoning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4937760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0040" y="497433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" y="5001768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8680" y="500176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23160" y="497433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Streams text/plain chunks via sync generator (StreamingResponse)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340096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0040" y="537667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8680" y="5404104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8680" y="540410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537667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Prints streamed affected cell list to operator terminal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