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O2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99CCFF"/>
                </a:solidFill>
              </a:rPr>
              <a:t>"query_network  →  rank by PRB  →  move_cell  (multi-tool)"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4G/5G NSA  ·  Single best move  ·  PRB-based ranking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</a:rPr>
              <a:t>O2 Query Flow — Single Best Cell Move (Multi-Tool)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C518"/>
                </a:solidFill>
              </a:rPr>
              <a:t>Multi-tool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68580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0" y="5303520"/>
            <a:ext cx="2011680" cy="68580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cell assignments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5303520"/>
            <a:ext cx="2011680" cy="68580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1000" b="0">
                <a:solidFill>
                  <a:srgbClr val="FFFFFF"/>
                </a:solidFill>
              </a:rPr>
              <a:t>port 8086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SYSTEM_PROMPT
+ snapshot
+ history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292608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26080" y="29718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 1:
query_network
{}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40480"/>
            <a:ext cx="128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/network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166360"/>
            <a:ext cx="1371600" cy="27432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743200" y="5029200"/>
            <a:ext cx="3749040" cy="27432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 flipV="1">
            <a:off x="2834640" y="4572000"/>
            <a:ext cx="1097280" cy="7315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H="1" flipV="1">
            <a:off x="2926080" y="4663440"/>
            <a:ext cx="3749040" cy="64008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91440" y="3749039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tool 1
result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737360" y="3520440"/>
            <a:ext cx="0" cy="9601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926080" y="329184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7700"/>
                </a:solidFill>
              </a:rPr>
              <a:t>fn call 2:
move_cell
(top cell)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828800" y="3474720"/>
            <a:ext cx="0" cy="100584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2057400" y="41148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C7700"/>
                </a:solidFill>
              </a:rPr>
              <a:t>POST /move/cell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286000" y="5212080"/>
            <a:ext cx="1371600" cy="274320"/>
          </a:xfrm>
          <a:prstGeom prst="line">
            <a:avLst/>
          </a:prstGeom>
          <a:ln w="22225">
            <a:solidFill>
              <a:srgbClr val="DD8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2834640" y="4617720"/>
            <a:ext cx="1097280" cy="86868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91440" y="41148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tool 2
result</a:t>
            </a:r>
          </a:p>
        </p:txBody>
      </p:sp>
      <p:cxnSp>
        <p:nvCxnSpPr>
          <p:cNvPr id="42" name="Connector 41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Rank by prb_dl_pct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top cell + lightest DU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execute move_cell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144000" y="2560320"/>
            <a:ext cx="2834640" cy="548640"/>
          </a:xfrm>
          <a:prstGeom prst="rect">
            <a:avLst/>
          </a:prstGeom>
          <a:solidFill>
            <a:srgbClr val="F5C518"/>
          </a:solidFill>
          <a:ln w="635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89720" y="2578608"/>
            <a:ext cx="27432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444444"/>
                </a:solidFill>
              </a:rPr>
              <a:t>Orange arrows = Tool 2 (action)
Green arrows = Tool 1 (read)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O2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5097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7840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5097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1673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533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3807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533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{session_id, message} → Orchestrator /chat  (pure stdlib urllib; --session flag)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1907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75564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7830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75564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Calls build_network_context() → GET /network; appends snapshot to SYSTEM_PROMPT; sends to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2140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157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185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157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Tool call 1: query_network()  [while True loop, iteration 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5603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587751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5603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GET /network → Controller; yields *[calling tool: query_network...]* inline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926080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296265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9008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296265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 + InfluxDB PRB per cell; returns 30-cell snapshot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328416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36499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392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36499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JSON-sanitises; appends FunctionResponse to session history; re-calls Gemini [loop iteration 2]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730752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76732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79476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76732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Ranks cells by prb_dl_pct (desc) → most overloaded cell identified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133087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169663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1970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169663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Ranks DUs by avg PRB (asc) → lightest target DU identified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535424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57200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59943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57200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Tool call 2: move_cell(cell_id=X, target_du_id=Y)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937760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49743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0017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49743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POST /move/cell on Controller; yields *[calling tool: move_cell...]* inline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340096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37667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40410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37667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Atomically updates topology.json (.tmp → rename); DU simulators reload in 5 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742432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57790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580644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58064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57790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JSON-sanitises move result; appends to history; re-calls Gemini → loop exits (no more tools)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6144768"/>
            <a:ext cx="11612880" cy="402336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61813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14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68680" y="6208776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68680" y="62087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423160" y="61813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reply: cell moved, from/to DU, expected PRB improvement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547104"/>
            <a:ext cx="11612880" cy="402336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0040" y="658368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15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68680" y="6611112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8680" y="661111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423160" y="658368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Streams text/plain chunks via sync generator (StreamingResponse)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