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"query_network  →  rank by PRB  →  move_cell  (multi-tool)"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4G/5G NSA  ·  Single best move  ·  PRB-based ranking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O2 Query Flow — Single Best Cell Move (Multi-Tool)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Multi-tool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68580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 assignments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92608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 1:
query_network
{}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404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166360"/>
            <a:ext cx="137160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5029200"/>
            <a:ext cx="374904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834640" y="4572000"/>
            <a:ext cx="1097280" cy="7315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926080" y="4663440"/>
            <a:ext cx="3749040" cy="6400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1
result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737360" y="3520440"/>
            <a:ext cx="0" cy="9601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2608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fn call 2:
move_cell
(top cell)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28800" y="3474720"/>
            <a:ext cx="0" cy="100584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5740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POST /move/cell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86000" y="5212080"/>
            <a:ext cx="1371600" cy="27432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834640" y="4617720"/>
            <a:ext cx="1097280" cy="8686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2
result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Rank by prb_dl_pct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top cell + lightest DU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execute move_cell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560320"/>
            <a:ext cx="2834640" cy="548640"/>
          </a:xfrm>
          <a:prstGeom prst="rect">
            <a:avLst/>
          </a:prstGeom>
          <a:solidFill>
            <a:srgbClr val="F5C51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257860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Orange arrows = Tool 2 (action)
Green arrows = Tool 1 (read)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1: query_network() — get live PRB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GET /network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 + InfluxDB PRB per cell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full 30-cell network snapshot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snapshot to Gemini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Ranks cells by prb_dl_pct (desc) → identifies most overloaded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Ranks DUs by avg PRB (asc) → identifies lightest target DU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2: move_cell(cell_id=X, target_du_id=Y)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 /move/cell on Controller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4243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7790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7790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Atomically updates topology.json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14476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1813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1813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move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54710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658368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23160" y="658368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reply: cell moved, from/to DU, expected improvement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694944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69860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" y="701344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7013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23160" y="698601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