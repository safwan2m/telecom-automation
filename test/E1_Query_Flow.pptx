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E1 Query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20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9CCFF"/>
                </a:solidFill>
              </a:rPr>
              <a:t>"No tool call  →  LLM summarises from conversation history"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DD88"/>
                </a:solidFill>
              </a:rPr>
              <a:t>Tool: Context: follow-up after O1/O2 optimization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E1 Query Flow — Action Summary (No Tool)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914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C518"/>
                </a:solidFill>
              </a:rPr>
              <a:t>No tool call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914400"/>
            <a:ext cx="11292840" cy="1645920"/>
          </a:xfrm>
          <a:prstGeom prst="rect">
            <a:avLst/>
          </a:prstGeom>
          <a:solidFill>
            <a:srgbClr val="FFF0E8"/>
          </a:solidFill>
          <a:ln w="6350">
            <a:solidFill>
              <a:srgbClr val="DD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560320"/>
            <a:ext cx="11292840" cy="3200400"/>
          </a:xfrm>
          <a:prstGeom prst="rect">
            <a:avLst/>
          </a:prstGeom>
          <a:solidFill>
            <a:srgbClr val="F2EBFF"/>
          </a:solidFill>
          <a:ln w="6350">
            <a:solidFill>
              <a:srgbClr val="AA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23444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45008"/>
                </a:solidFill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20040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A238C"/>
                </a:solidFill>
              </a:rPr>
              <a:t>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051560"/>
            <a:ext cx="1371600" cy="777240"/>
          </a:xfrm>
          <a:prstGeom prst="roundRect">
            <a:avLst/>
          </a:prstGeom>
          <a:solidFill>
            <a:srgbClr val="C4500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User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query 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051560"/>
            <a:ext cx="1737360" cy="777240"/>
          </a:xfrm>
          <a:prstGeom prst="roundRect">
            <a:avLst/>
          </a:prstGeom>
          <a:solidFill>
            <a:srgbClr val="175CA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chat.py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localhost:8082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2697480"/>
            <a:ext cx="2011680" cy="777240"/>
          </a:xfrm>
          <a:prstGeom prst="roundRect">
            <a:avLst/>
          </a:prstGeom>
          <a:solidFill>
            <a:srgbClr val="0A295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Orchestrator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2697480"/>
            <a:ext cx="2377440" cy="777240"/>
          </a:xfrm>
          <a:prstGeom prst="roundRect">
            <a:avLst/>
          </a:prstGeom>
          <a:solidFill>
            <a:srgbClr val="5A238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Gemini LLM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gemini-2.5-flash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697480"/>
            <a:ext cx="4480560" cy="777240"/>
          </a:xfrm>
          <a:prstGeom prst="roundRect">
            <a:avLst/>
          </a:prstGeom>
          <a:solidFill>
            <a:srgbClr val="1A5A2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Conversation History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(plan results, tool call records,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prior alerts &amp; moves)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09360" y="3086100"/>
            <a:ext cx="1005840" cy="0"/>
          </a:xfrm>
          <a:prstGeom prst="line">
            <a:avLst/>
          </a:prstGeom>
          <a:ln w="19050">
            <a:solidFill>
              <a:srgbClr val="1B6F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09360" y="28346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reads
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0" y="3931920"/>
            <a:ext cx="2377440" cy="914400"/>
          </a:xfrm>
          <a:prstGeom prst="roundRect">
            <a:avLst/>
          </a:prstGeom>
          <a:solidFill>
            <a:srgbClr val="44227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Reads all tool call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records from history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→ ordered action list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120640" y="3474720"/>
            <a:ext cx="0" cy="457200"/>
          </a:xfrm>
          <a:prstGeom prst="line">
            <a:avLst/>
          </a:prstGeom>
          <a:ln w="19050">
            <a:solidFill>
              <a:srgbClr val="5A23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166360" y="3566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A238C"/>
                </a:solidFill>
              </a:rPr>
              <a:t>reasons
from history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77440" y="1440180"/>
            <a:ext cx="64008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377440" y="1097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HTTP
POST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011680" y="1828800"/>
            <a:ext cx="1874520" cy="86868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468880" y="2148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POST /chat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017520" y="2834640"/>
            <a:ext cx="91440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017520" y="25146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SYSTEM_PROMPT
+ snapshot
+ history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3017520" y="2011680"/>
            <a:ext cx="914400" cy="283464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691640" y="1600200"/>
            <a:ext cx="365760" cy="274319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2286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NL reply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E1 Query — Step-by-Step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5097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78408"/>
            <a:ext cx="1463040" cy="274320"/>
          </a:xfrm>
          <a:prstGeom prst="rect">
            <a:avLst/>
          </a:prstGeom>
          <a:solidFill>
            <a:srgbClr val="C45008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784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95097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Types explainability query into chat.py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16736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5331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1380744"/>
            <a:ext cx="1463040" cy="274320"/>
          </a:xfrm>
          <a:prstGeom prst="rect">
            <a:avLst/>
          </a:prstGeom>
          <a:solidFill>
            <a:srgbClr val="175CA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38074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chat.py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35331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HTTP POST {session_id, message} → Orchestrator /chat  (pure stdlib urllib; --session flag for named sessions)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19072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75564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1783080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17830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175564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Calls build_network_context() → GET /network on Controller; appends live cell snapshot to SYSTEM_PROMPT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121408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15798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2185416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1854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215798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Sends SYSTEM_PROMPT (static) + live snapshot (dynamic) + session history (types.Content) to Gemini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523744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56032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2587751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2587751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256032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No tool call — reads all prior tool call records + results from session history (types.Content list)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926080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96265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2990088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29900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296265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Extracts: which tools called, with what args, and outcomes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328416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36499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3392424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339242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336499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Reconstructs: alerts detected → cells moved → topology updated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730752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376732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3794760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37947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3160" y="376732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Generates ordered action summary with before/after metrics; loop exits (no tool calls)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133087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169663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4197096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419709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23160" y="4169663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Streams text/plain chunks via sync generator (Starlette thread pool → StreamingResponse)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535424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457200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4599432"/>
            <a:ext cx="1463040" cy="274320"/>
          </a:xfrm>
          <a:prstGeom prst="rect">
            <a:avLst/>
          </a:prstGeom>
          <a:solidFill>
            <a:srgbClr val="175CA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45994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chat.py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23160" y="457200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Prints streamed action summary to operator terminal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