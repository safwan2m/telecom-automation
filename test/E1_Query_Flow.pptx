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E1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99CCFF"/>
                </a:solidFill>
              </a:rPr>
              <a:t>"No tool call  →  LLM summarises from conversation history"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Context: follow-up after O1/O2 optimization session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E1 Query Flow — Action Summary (No Tool)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</a:rPr>
              <a:t>No tool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320040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20040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697480"/>
            <a:ext cx="4480560" cy="777240"/>
          </a:xfrm>
          <a:prstGeom prst="roundRect">
            <a:avLst/>
          </a:prstGeom>
          <a:solidFill>
            <a:srgbClr val="1A5A2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Conversation History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(plan results, tool call records,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prior alerts &amp; moves)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0" y="3086100"/>
            <a:ext cx="1005840" cy="0"/>
          </a:xfrm>
          <a:prstGeom prst="line">
            <a:avLst/>
          </a:prstGeom>
          <a:ln w="19050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0" y="28346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reads
context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3931920"/>
            <a:ext cx="2377440" cy="91440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Reads all tool call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records from history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→ ordered action list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120640" y="3474720"/>
            <a:ext cx="0" cy="45720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166360" y="3566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reasons
from history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prompt +
full history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3017520" y="2011680"/>
            <a:ext cx="914400" cy="28346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E1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5097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5097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explainability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1673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533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533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{session, message} to Orchestrator /chat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19072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75564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75564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Injects full conversation history (all tool calls + results)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21408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157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157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tool call — reads action history from conversation context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5603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5603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Extracts: which tools called, with what args, and outcomes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926080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296265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296265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Reconstructs: alerts detected → cells moved → topology updated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328416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36499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36499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ordered action summary with before/after metrics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730752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76732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76732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HTTP response {reply} to chat.py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133087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169663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169663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Prints action summary to user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