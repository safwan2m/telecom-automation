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What is LSTM?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0C8FF"/>
                </a:solidFill>
              </a:rPr>
              <a:t>Simple Explanation with Real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How an AI watches 30 mobile cells every 10 seconds
and keeps the Malleswaram 4G/5G network healthy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2743200" cy="1371600"/>
          </a:xfrm>
          <a:prstGeom prst="roundRect">
            <a:avLst/>
          </a:prstGeom>
          <a:solidFill>
            <a:srgbClr val="007E8A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Cells monitored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474720"/>
            <a:ext cx="2743200" cy="1371600"/>
          </a:xfrm>
          <a:prstGeom prst="roundRect">
            <a:avLst/>
          </a:prstGeom>
          <a:solidFill>
            <a:srgbClr val="C45008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KPIs watched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474720"/>
            <a:ext cx="2743200" cy="1371600"/>
          </a:xfrm>
          <a:prstGeom prst="roundRect">
            <a:avLst/>
          </a:prstGeom>
          <a:solidFill>
            <a:srgbClr val="5A238C"/>
          </a:solidFill>
          <a:ln w="1905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History per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D0FF"/>
                </a:solidFill>
              </a:rPr>
              <a:t>5 possible diagnoses:   NORMAL     OVERLOAD     UNDERLOAD     SINR LOW     POWER WASTE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90C0"/>
                </a:solidFill>
              </a:rPr>
              <a:t>agents/kpi_agent/model.py  |  train.py  |  kpi_agent.py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Think of LSTM Like a Network Doctor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 doctor does not diagnose from one reading — they look at the trend over time. LSTM does the same.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39496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DOCTOR checks a patient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36192"/>
            <a:ext cx="5394960" cy="5943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Checks vitals every few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5394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Reviews last 6 readings on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52928"/>
            <a:ext cx="5394960" cy="5943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Looks at 9 vital signs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511296"/>
            <a:ext cx="5394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Diagnoses: healthy / sick / urgent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169663"/>
            <a:ext cx="5394960" cy="5943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Prescribes treatment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005840"/>
            <a:ext cx="5394960" cy="47548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LSTM checks a 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36192"/>
            <a:ext cx="5394960" cy="5943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Polls each cell every 10 seconds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94560"/>
            <a:ext cx="5394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Reads last 6 KPI snapshots (60 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852928"/>
            <a:ext cx="5394960" cy="5943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Watches 9 network KPIs per cell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511296"/>
            <a:ext cx="53949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Classifies: NORMAL / OVERLOAD / SINR_LOW...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169663"/>
            <a:ext cx="5394960" cy="5943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A2955"/>
                </a:solidFill>
              </a:rPr>
              <a:t>Triggers SON action (move cell, alert, DTX)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2955"/>
                </a:solidFill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956048"/>
            <a:ext cx="11612880" cy="841248"/>
          </a:xfrm>
          <a:prstGeom prst="roundRect">
            <a:avLst/>
          </a:prstGeom>
          <a:solidFill>
            <a:srgbClr val="0A2955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02920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Key Insight:  A single reading of PRB = 86% could be a harmless spike — or the start of a real overload.
The LSTM sees 6 readings in a row and knows the difference. Rules cannot.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9 Things the LSTM Watches — Per Cell, Every 10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These are the 9 KPI features fed into the model  (model.py  N_FEATURES =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24128"/>
            <a:ext cx="2011680" cy="347472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KPI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024128"/>
            <a:ext cx="2651760" cy="347472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Plain 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024128"/>
            <a:ext cx="2286000" cy="347472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024128"/>
            <a:ext cx="2926080" cy="347472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Warning 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71600"/>
            <a:ext cx="20116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007E8A"/>
                </a:solidFill>
              </a:rPr>
              <a:t>PRB DL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371600"/>
            <a:ext cx="265176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How busy is the cell?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371600"/>
            <a:ext cx="228600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0% = idle   100% = completely full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1371600"/>
            <a:ext cx="29260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&gt;85% for 60s = OVERLOAD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883664"/>
            <a:ext cx="20116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007E8A"/>
                </a:solidFill>
              </a:rPr>
              <a:t>SINR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883664"/>
            <a:ext cx="265176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How clear is the signal?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883664"/>
            <a:ext cx="228600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Higher = cleaner signal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883664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&lt;5 dB for 60s = SINR_LOW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395728"/>
            <a:ext cx="20116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007E8A"/>
                </a:solidFill>
              </a:rPr>
              <a:t>Connected 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2395728"/>
            <a:ext cx="265176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How many phones are connected?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395728"/>
            <a:ext cx="228600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5G cell: up to 900 phones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395728"/>
            <a:ext cx="29260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Very few + high power = POWER_WASTE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907792"/>
            <a:ext cx="20116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175CA6"/>
                </a:solidFill>
              </a:rPr>
              <a:t>Power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2907792"/>
            <a:ext cx="265176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How much electricity is the tower using?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2907792"/>
            <a:ext cx="228600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5G idle: ~250 W   Full load: ~1000 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2907792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High power + few users = waste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419856"/>
            <a:ext cx="20116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175CA6"/>
                </a:solidFill>
              </a:rPr>
              <a:t>Packet Loss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3419856"/>
            <a:ext cx="265176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How many data packets are being dropped?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3419856"/>
            <a:ext cx="228600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Target: &lt;0.1%  Overload: &gt;0.5%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3419856"/>
            <a:ext cx="29260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Rising with PRB = congestion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931920"/>
            <a:ext cx="20116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175CA6"/>
                </a:solidFill>
              </a:rPr>
              <a:t>Throughput Mbps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3931920"/>
            <a:ext cx="265176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How fast is data actually flowing?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3931920"/>
            <a:ext cx="228600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5G peak: 3800 Mbps  4G: 150 Mbps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3931920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Low despite high PRB = interference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443984"/>
            <a:ext cx="20116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5A238C"/>
                </a:solidFill>
              </a:rPr>
              <a:t>CQI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4443984"/>
            <a:ext cx="265176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Channel Quality Indicator (link health score)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4443984"/>
            <a:ext cx="228600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0 = terrible   15 = perfect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4443984"/>
            <a:ext cx="29260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&lt;5 = poor channel quality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956048"/>
            <a:ext cx="20116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5A238C"/>
                </a:solidFill>
              </a:rPr>
              <a:t>BLER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4956048"/>
            <a:ext cx="265176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Block Error Rate — how many data blocks need resending?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4956048"/>
            <a:ext cx="228600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Target: &lt;10%   Overload: &gt;8%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956048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High BLER + low SINR = interference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5468112"/>
            <a:ext cx="20116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5A238C"/>
                </a:solidFill>
              </a:rPr>
              <a:t>Latency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5468112"/>
            <a:ext cx="265176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How long does one round-trip take?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5468112"/>
            <a:ext cx="228600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Normal: &lt;20 ms   Overload: &gt;40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5468112"/>
            <a:ext cx="2926080" cy="493776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Rising latency = congestion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623620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5050"/>
                </a:solidFill>
              </a:rPr>
              <a:t>All 9 values are normalised to 0-1 before feeding into the LSTM  (so PRB=94% becomes 0.94 and Power=950W becomes 0.79 — same scale)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How the LSTM Remembers — Two Types of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Unlike a simple rule, the LSTM carries a memory that updates at every timestep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5486400" cy="502920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LONG-TERM MEMORY  (Cell State)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08760"/>
            <a:ext cx="5486400" cy="2286000"/>
          </a:xfrm>
          <a:prstGeom prst="roundRect">
            <a:avLst/>
          </a:prstGeom>
          <a:solidFill>
            <a:srgbClr val="E8F8FA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Carries important signals across all 6 timesteps
Example:  "PRB has been rising
            for the last 5 readings"
This signal travels from t-50s all the
way to t=now without being lost or forgotten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960120"/>
            <a:ext cx="5486400" cy="502920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SHORT-TERM MEMORY  (Hidden State)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5486400" cy="2286000"/>
          </a:xfrm>
          <a:prstGeom prst="roundRect">
            <a:avLst/>
          </a:prstGeom>
          <a:solidFill>
            <a:srgbClr val="FFF8EE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</a:rPr>
              <a:t>What just happened — passed to the next step
Example:  "At t-10s the PRB
            jumped sharply to 89%"
This recent event influences the decision
at the very next timestep (t=now)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77639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2955"/>
                </a:solidFill>
              </a:rPr>
              <a:t>Three gates control both memories at every step: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407408"/>
            <a:ext cx="3657600" cy="438912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FORGET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892040"/>
            <a:ext cx="3657600" cy="804672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Throw away old info
that no longer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742432"/>
            <a:ext cx="3657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45008"/>
                </a:solidFill>
              </a:rPr>
              <a:t>"Last night's low-traffic
 readings — forget them"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4407408"/>
            <a:ext cx="3657600" cy="438912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INPUT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4892040"/>
            <a:ext cx="3657600" cy="804672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Store something new
that just happened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5742432"/>
            <a:ext cx="3657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07E8A"/>
                </a:solidFill>
              </a:rPr>
              <a:t>"PRB just jumped to 89%
 — remember that"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407408"/>
            <a:ext cx="3657600" cy="438912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892040"/>
            <a:ext cx="3657600" cy="804672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A2955"/>
                </a:solidFill>
              </a:rPr>
              <a:t>Decide what to pass
forward to next 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5742432"/>
            <a:ext cx="3657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"Tell next step:
 rising PRB trend"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Bidirectional — The LSTM Reads the 60-Second Window Both 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Two LSTMs run in parallel: one reads t-50s to t=now, the other reads t=now back to t-50s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69164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t-50s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169164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A2955"/>
                </a:solidFill>
              </a:rPr>
              <a:t>60%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960120"/>
            <a:ext cx="169164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t-40s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481328"/>
            <a:ext cx="169164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A2955"/>
                </a:solidFill>
              </a:rPr>
              <a:t>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960120"/>
            <a:ext cx="169164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C45008"/>
                </a:solidFill>
              </a:rPr>
              <a:t>t-30s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81328"/>
            <a:ext cx="1691640" cy="56692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45008"/>
                </a:solidFill>
              </a:rPr>
              <a:t>75%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960120"/>
            <a:ext cx="169164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C45008"/>
                </a:solidFill>
              </a:rPr>
              <a:t>t-20s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481328"/>
            <a:ext cx="1691640" cy="56692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45008"/>
                </a:solidFill>
              </a:rPr>
              <a:t>82%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960120"/>
            <a:ext cx="169164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C00000"/>
                </a:solidFill>
              </a:rPr>
              <a:t>t-10s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481328"/>
            <a:ext cx="1691640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89%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960120"/>
            <a:ext cx="169164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C00000"/>
                </a:solidFill>
              </a:rPr>
              <a:t>t=now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800" y="1481328"/>
            <a:ext cx="1691640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0000"/>
                </a:solidFill>
              </a:rPr>
              <a:t>94%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331720"/>
            <a:ext cx="10424160" cy="0"/>
          </a:xfrm>
          <a:prstGeom prst="line">
            <a:avLst/>
          </a:prstGeom>
          <a:ln w="38100">
            <a:solidFill>
              <a:srgbClr val="007E8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74320" y="2423160"/>
            <a:ext cx="1161288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Forward LSTM reads left to right:  "PRB is climbing... 60...68...75...82...89...94"  → OVERLOAD coming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31520" y="3218688"/>
            <a:ext cx="10424160" cy="0"/>
          </a:xfrm>
          <a:prstGeom prst="line">
            <a:avLst/>
          </a:prstGeom>
          <a:ln w="38100">
            <a:solidFill>
              <a:srgbClr val="5A238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4320" y="3291840"/>
            <a:ext cx="11612880" cy="475488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Backward LSTM reads right to left: "t=now is 94%, previous steps confirm it was a real sustained trend"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3977639"/>
            <a:ext cx="9418320" cy="658368"/>
          </a:xfrm>
          <a:prstGeom prst="roundRect">
            <a:avLst/>
          </a:prstGeom>
          <a:solidFill>
            <a:srgbClr val="0A2955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00507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Both readings combined  →  "6 consecutive rising readings, confirmed from both ends = OVERLOAD"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828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Without bidirectional: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193792"/>
            <a:ext cx="5394960" cy="1280160"/>
          </a:xfrm>
          <a:prstGeom prst="roundRect">
            <a:avLst/>
          </a:prstGeom>
          <a:solidFill>
            <a:srgbClr val="FFC7C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85232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</a:rPr>
              <a:t>A one-directional LSTM might see the spike
at t=now but not know whether what came
before it was a real trend or random noise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280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F42"/>
                </a:solidFill>
              </a:rPr>
              <a:t>With bidirectional: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5193792"/>
            <a:ext cx="5943600" cy="128016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5285232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</a:rPr>
              <a:t>The backward pass confirms:
PRB was rising for ALL 6 steps.
This is definitely a real overload —
act now with high confidence.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5 Decisions the LSTM Makes — and What Happens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After reading 6 timesteps, the model outputs a probability for each class. The highest wins.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2560320" cy="987552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6F42"/>
                </a:solidFill>
              </a:rPr>
              <a:t>0  NORMAL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987552"/>
            <a:ext cx="3474720" cy="987552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PRB 40-70%  |  SINR good  |  Stable 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87552"/>
            <a:ext cx="1371600" cy="987552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6F42"/>
                </a:solidFill>
              </a:rPr>
              <a:t>70% of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987552"/>
            <a:ext cx="411480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B6F42"/>
                </a:solidFill>
              </a:rPr>
              <a:t>Nothing — network is healthy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2560320" cy="98755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45008"/>
                </a:solidFill>
              </a:rPr>
              <a:t>1  OVERLOAD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103120"/>
            <a:ext cx="34747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PRB &gt;85%  |  Packet loss rising  |  Many 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1371600" cy="987552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45008"/>
                </a:solidFill>
              </a:rPr>
              <a:t>15% of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03120"/>
            <a:ext cx="411480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45008"/>
                </a:solidFill>
              </a:rPr>
              <a:t>Auto-move cell to lightest DU
(cooldown: 30s between moves)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18688"/>
            <a:ext cx="2560320" cy="987552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75CA6"/>
                </a:solidFill>
              </a:rPr>
              <a:t>2  UNDERLOAD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218688"/>
            <a:ext cx="3474720" cy="987552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PRB &lt;20%  |  Very few users  |  Wasted 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18688"/>
            <a:ext cx="1371600" cy="987552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75CA6"/>
                </a:solidFill>
              </a:rPr>
              <a:t>8% of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218688"/>
            <a:ext cx="411480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75CA6"/>
                </a:solidFill>
              </a:rPr>
              <a:t>Flag as sleep candidate
Recommend DTX energy 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34256"/>
            <a:ext cx="2560320" cy="987552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00000"/>
                </a:solidFill>
              </a:rPr>
              <a:t>3  SINR 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4334256"/>
            <a:ext cx="34747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SINR &lt;5 dB  |  High errors  |  Poor CQI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34256"/>
            <a:ext cx="1371600" cy="987552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5% of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334256"/>
            <a:ext cx="411480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C00000"/>
                </a:solidFill>
              </a:rPr>
              <a:t>CRITICAL alert raised
Request PCI re-optimisation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49824"/>
            <a:ext cx="2560320" cy="987552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A238C"/>
                </a:solidFill>
              </a:rPr>
              <a:t>4  POWER WASTE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5449824"/>
            <a:ext cx="3474720" cy="987552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High power  |  Very few users (&lt;15)  |  Low PRB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449824"/>
            <a:ext cx="1371600" cy="987552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A238C"/>
                </a:solidFill>
              </a:rPr>
              <a:t>2% of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5449824"/>
            <a:ext cx="411480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5A238C"/>
                </a:solidFill>
              </a:rPr>
              <a:t>WARNING alert
Recommend DTX / sleep mode
Estimated 35% power saving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85800"/>
            <a:ext cx="2560320" cy="29260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685800"/>
            <a:ext cx="3474720" cy="29260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KPI Signature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685800"/>
            <a:ext cx="1371600" cy="29260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685800"/>
            <a:ext cx="4114800" cy="292608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SON Action Triggered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5050"/>
                </a:solidFill>
              </a:rPr>
              <a:t>MIN_CONFIDENCE = 70% — if the model is less than 70% sure, it logs the finding but does NOT 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Proof — Validation Test Results  (30 runs per scenario, seed=42)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We tested the trained LSTM against 7 synthetic scenarios. Here is what it predicted.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60120"/>
            <a:ext cx="3474720" cy="100584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6F42"/>
                </a:solidFill>
              </a:rP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6F42"/>
                </a:solidFill>
              </a:rPr>
              <a:t>Scenarios PASSED  (100% confidence)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960120"/>
            <a:ext cx="3474720" cy="1005840"/>
          </a:xfrm>
          <a:prstGeom prst="roundRect">
            <a:avLst/>
          </a:prstGeom>
          <a:solidFill>
            <a:srgbClr val="FFC7C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005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0000"/>
                </a:solidFill>
              </a:rPr>
              <a:t>3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0000"/>
                </a:solidFill>
              </a:rPr>
              <a:t>Scenarios FAILED  (expose real gaps)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960120"/>
            <a:ext cx="4297680" cy="10058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0058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75CA6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50876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75CA6"/>
                </a:solidFill>
              </a:rPr>
              <a:t>Confidence on every prediction (LSTM never unsure)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84831"/>
            <a:ext cx="658368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084831"/>
            <a:ext cx="320040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NORMAL — 5G cell at 50% 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084831"/>
            <a:ext cx="137160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NORMAL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2084831"/>
            <a:ext cx="1371600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084831"/>
            <a:ext cx="82296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084831"/>
            <a:ext cx="402336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05050"/>
                </a:solidFill>
              </a:rPr>
              <a:t>Correct — quiet cell correctly left alone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06624"/>
            <a:ext cx="658368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FAIL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2706624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NORMAL — 4G cell at 55% 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706624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NORMAL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706624"/>
            <a:ext cx="1371600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UNDERLOAD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706624"/>
            <a:ext cx="822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2706624"/>
            <a:ext cx="4023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05050"/>
                </a:solidFill>
              </a:rPr>
              <a:t>4G has fewer UEs/lower power — LSTM thinks it is underloaded
(training data was 5G-heavy)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28415"/>
            <a:ext cx="658368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328415"/>
            <a:ext cx="320040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OVERLOAD — 5G cell at 94% 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328415"/>
            <a:ext cx="137160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OVERLOAD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3328415"/>
            <a:ext cx="1371600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OVERLOAD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3328415"/>
            <a:ext cx="82296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3328415"/>
            <a:ext cx="402336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05050"/>
                </a:solidFill>
              </a:rPr>
              <a:t>Correct — auto-move would be triggered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50208"/>
            <a:ext cx="658368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FAIL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3950208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OVERLOAD — 4G cell at 94% 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950208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OVERLOAD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3950208"/>
            <a:ext cx="1371600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SINR_LOW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3950208"/>
            <a:ext cx="822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3950208"/>
            <a:ext cx="4023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05050"/>
                </a:solidFill>
              </a:rPr>
              <a:t>4G throughput (141 Mbps) looks like interference to model
(training assumed 5G-scale 3100 Mbps at overload)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72000"/>
            <a:ext cx="658368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4572000"/>
            <a:ext cx="320040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SINR_LOW — interference injected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572000"/>
            <a:ext cx="137160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SINR_LOW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4572000"/>
            <a:ext cx="1371600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SINR_LOW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4572000"/>
            <a:ext cx="82296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4572000"/>
            <a:ext cx="402336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05050"/>
                </a:solidFill>
              </a:rPr>
              <a:t>Correct — CRITICAL alert + PCI reopt triggered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193792"/>
            <a:ext cx="658368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" y="5193792"/>
            <a:ext cx="3200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POWER_WASTE — ideal (training values)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193792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POWER_WASTE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60" y="5193792"/>
            <a:ext cx="1371600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POWER_WASTE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5193792"/>
            <a:ext cx="822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5193792"/>
            <a:ext cx="4023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05050"/>
                </a:solidFill>
              </a:rPr>
              <a:t>Correct when given training-distribution values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815583"/>
            <a:ext cx="658368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FAIL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" y="5815583"/>
            <a:ext cx="320040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POWER_WASTE — simulator-realistic (1% load)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5815583"/>
            <a:ext cx="137160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POWER_WASTE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5815583"/>
            <a:ext cx="1371600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UNDERLOAD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5815583"/>
            <a:ext cx="82296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9560" y="5815583"/>
            <a:ext cx="4023360" cy="56692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05050"/>
                </a:solidFill>
              </a:rPr>
              <a:t>BUG: simulator power at low load=240W (&lt;500W threshold)
Linear power model cannot generate high-power + low-UE combo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" y="1901952"/>
            <a:ext cx="3200400" cy="20116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1901952"/>
            <a:ext cx="1371600" cy="20116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Expected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1901952"/>
            <a:ext cx="1371600" cy="20116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LSTM Predicted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880" y="1901952"/>
            <a:ext cx="822960" cy="20116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Conf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09560" y="1901952"/>
            <a:ext cx="4023360" cy="20116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Real Deployment — 30-Cell Malleswaram Health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Post-KPI-agent rebalancing  |  DU-MLS-1 @ 88% load  |  DU-MLS-2 @ 72%  |  DU-MLS-3 @ 62%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3657600" cy="457200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DU-MLS-1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3657600" cy="1371600"/>
          </a:xfrm>
          <a:prstGeom prst="roundRect">
            <a:avLst/>
          </a:prstGeom>
          <a:solidFill>
            <a:srgbClr val="FFEB9C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5008"/>
                </a:solidFill>
              </a:rPr>
              <a:t>12 cells  |  88%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</a:rPr>
              <a:t>Heavy — was overloaded.
KPI agent moved 4 cells away.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657600" cy="457200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DU-MLS-2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463040"/>
            <a:ext cx="3657600" cy="137160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E8A"/>
                </a:solidFill>
              </a:rPr>
              <a:t>10 cells  |  72%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</a:rPr>
              <a:t>Medium — received
some rebalanced cells.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657600" cy="457200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DU-MLS-3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657600" cy="137160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F42"/>
                </a:solidFill>
              </a:rPr>
              <a:t>8 cells  |  62%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</a:rPr>
              <a:t>Light — received
some rebalanced cells.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175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Sample cell health at their DU load  (one simulated tick per cell):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01568"/>
            <a:ext cx="173736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Cell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79" y="3401568"/>
            <a:ext cx="118872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401568"/>
            <a:ext cx="91440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401568"/>
            <a:ext cx="73152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PRB%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401568"/>
            <a:ext cx="82296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SINR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3401568"/>
            <a:ext cx="64008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401568"/>
            <a:ext cx="77724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Power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401568"/>
            <a:ext cx="77724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Pkt Loss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401568"/>
            <a:ext cx="137160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LSTM Class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75888"/>
            <a:ext cx="173736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A2955"/>
                </a:solidFill>
              </a:rPr>
              <a:t>MLS_RWS_01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79" y="3675888"/>
            <a:ext cx="118872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DU-MLS-1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675888"/>
            <a:ext cx="91440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5G n78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675888"/>
            <a:ext cx="73152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88%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675888"/>
            <a:ext cx="82296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8.2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675888"/>
            <a:ext cx="64008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792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675888"/>
            <a:ext cx="77724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887W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3675888"/>
            <a:ext cx="77724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0.38%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675888"/>
            <a:ext cx="137160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OVERLOAD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151376"/>
            <a:ext cx="1737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A2955"/>
                </a:solidFill>
              </a:rPr>
              <a:t>MLS_18C_01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79" y="4151376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DU-MLS-1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151376"/>
            <a:ext cx="914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5G n78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151376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83%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51376"/>
            <a:ext cx="822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10.1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4151376"/>
            <a:ext cx="640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747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151376"/>
            <a:ext cx="777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851W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4151376"/>
            <a:ext cx="777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0.22%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4151376"/>
            <a:ext cx="137160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626864"/>
            <a:ext cx="173736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A2955"/>
                </a:solidFill>
              </a:rPr>
              <a:t>MLS_SPG_01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79" y="4626864"/>
            <a:ext cx="118872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DU-MLS-2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4626864"/>
            <a:ext cx="91440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5G n78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626864"/>
            <a:ext cx="73152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68%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626864"/>
            <a:ext cx="82296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13.5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4626864"/>
            <a:ext cx="64008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612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4626864"/>
            <a:ext cx="77724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719W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4626864"/>
            <a:ext cx="77724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4626864"/>
            <a:ext cx="137160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02352"/>
            <a:ext cx="1737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A2955"/>
                </a:solidFill>
              </a:rPr>
              <a:t>MLS_3MN_02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79" y="5102352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DU-MLS-2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5102352"/>
            <a:ext cx="914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4G B40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5102352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67%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5102352"/>
            <a:ext cx="822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15.2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5102352"/>
            <a:ext cx="640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200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5102352"/>
            <a:ext cx="777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133W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600" y="5102352"/>
            <a:ext cx="777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5102352"/>
            <a:ext cx="137160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577840"/>
            <a:ext cx="173736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A2955"/>
                </a:solidFill>
              </a:rPr>
              <a:t>MLS_6CR_01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79" y="5577840"/>
            <a:ext cx="118872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DU-MLS-3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577840"/>
            <a:ext cx="91440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5G n78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0" y="5577840"/>
            <a:ext cx="73152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57%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46320" y="5577840"/>
            <a:ext cx="82296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15.8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0" y="5577840"/>
            <a:ext cx="64008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513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5577840"/>
            <a:ext cx="77724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649W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86600" y="5577840"/>
            <a:ext cx="777240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5577840"/>
            <a:ext cx="137160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6053328"/>
            <a:ext cx="1737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A2955"/>
                </a:solidFill>
              </a:rPr>
              <a:t>MLS_MGR_02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11679" y="6053328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DU-MLS-3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6053328"/>
            <a:ext cx="914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4G B40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0" y="6053328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60%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46320" y="6053328"/>
            <a:ext cx="822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13.7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6053328"/>
            <a:ext cx="640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180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6053328"/>
            <a:ext cx="777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128W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86600" y="6053328"/>
            <a:ext cx="777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A2955"/>
                </a:solidFill>
              </a:rPr>
              <a:t>0.00%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63840" y="6053328"/>
            <a:ext cx="137160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5050"/>
                </a:solidFill>
              </a:rPr>
              <a:t>At 88% load, some DU-MLS-1 cells breach 85% PRB threshold and trigger auto-move. DU-MLS-2 and DU-MLS-3 cells stay in NORMAL range after rebalancing.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How the LSTM Was Trained — Synthetic Data, Realistic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No live network data needed at training time. Synthetic sequences generated from 5G and 4G KPI profiles.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955"/>
                </a:solidFill>
              </a:rPr>
              <a:t>Training Samples per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828800" cy="56692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417320"/>
            <a:ext cx="5303520" cy="566928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3,500 samples  (70%)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1828800" cy="56692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45008"/>
                </a:solidFill>
              </a:rPr>
              <a:t>OVERLOAD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2103120"/>
            <a:ext cx="1136468" cy="56692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750 samples  (15%)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88920"/>
            <a:ext cx="1828800" cy="56692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5CA6"/>
                </a:solidFill>
              </a:rPr>
              <a:t>UNDERLOAD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788920"/>
            <a:ext cx="606116" cy="56692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400 samples  (8%)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74720"/>
            <a:ext cx="1828800" cy="56692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00000"/>
                </a:solidFill>
              </a:rPr>
              <a:t>SINR 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3474720"/>
            <a:ext cx="457200" cy="56692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250 samples  (5%)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60520"/>
            <a:ext cx="1828800" cy="566928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A238C"/>
                </a:solidFill>
              </a:rPr>
              <a:t>POWER WASTE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4160520"/>
            <a:ext cx="457200" cy="566928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100 samples  (2%)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95604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5050"/>
                </a:solidFill>
              </a:rPr>
              <a:t>Rare classes (POWER_WASTE = 2%) use Weighted Sampler so the model learns them too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960120"/>
            <a:ext cx="3840480" cy="443484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9875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5CA6"/>
                </a:solidFill>
              </a:rPr>
              <a:t>Training Configuration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44752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Epochs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444752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837944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Batch size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837944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256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231136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Optimiser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2231136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Adam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624328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LR schedule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2624328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Cosine annealing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017520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5G 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3017520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n78, 64T64R, 950W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410712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4G 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3410712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B3/B40, 4T4R, 200W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803904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Sequence drift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3803904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Slow drift between steps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4197096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Train / Val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4197096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80% / 20% split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590288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Saved 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4590288"/>
            <a:ext cx="1920240" cy="36576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kpi_model.pt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983480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Train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4983480"/>
            <a:ext cx="19202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~2 min on CPU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5376672"/>
            <a:ext cx="11612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498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E8A"/>
                </a:solidFill>
              </a:rPr>
              <a:t>Each training sequence = 6 timesteps with realistic temporal drift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70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05050"/>
                </a:solidFill>
              </a:rPr>
              <a:t>OVERLOAD example:  PRB [91%, 93%, 94%, 93%, 95%, 94%]  SINR [11.2, 10.8, 11.1, 10.5, 9.8, 10.2]  UEs [705, 718, 712, 722, 715, 720]
Small drift between steps teaches the LSTM to detect trends, not just memorise snapshots.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3 Known Gaps +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9260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The LSTM works well for 5G cells. These gaps were found during validation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537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12880" cy="4114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GAP 1 — POWER_WASTE unreachable in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7680960" cy="129844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The simulator uses a linear power model: power scales with load. At low load (1% = 9 UEs), power = 240W. The rule requires power &gt; 500W to fire POWER_WASTE. The LSTM was trained on 880W + 8 UEs — it never sees this in real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71600"/>
            <a:ext cx="3886200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00000"/>
                </a:solidFill>
              </a:rPr>
              <a:t>Recommended fix:
Fix: change simulator to hold near-peak RF power when UEs &lt; threshold (real mMIMO hardware does this)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15768"/>
            <a:ext cx="11612880" cy="411480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GAP 2 — 4G cells misclassified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27248"/>
            <a:ext cx="7680960" cy="129844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Training data was mixed 5G/4G but OVERLOAD class assumed 5G-scale values (UEs=720, power=940W, throughput=3100 Mbps). A 4G cell at overload has UEs=230, power=195W, throughput=140 Mbps. LSTM sees this as SINR_LOW or UNDERLOAD — not OVERLOAD.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127248"/>
            <a:ext cx="3886200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C45008"/>
                </a:solidFill>
              </a:rPr>
              <a:t>Recommended fix:
Fix: separate training and inference paths for 4G vs 5G cells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471416"/>
            <a:ext cx="11612880" cy="41148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GAP 3 — SINR_LOW needs real interference injection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882896"/>
            <a:ext cx="7680960" cy="129844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05050"/>
                </a:solidFill>
              </a:rPr>
              <a:t>The simulator degrades SINR only through load. Co-channel interference (the main real-world cause of SINR_LOW) is not modelled. SINR_LOW at moderate load (the training distribution) cannot be generated naturally.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882896"/>
            <a:ext cx="3886200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175CA6"/>
                </a:solidFill>
              </a:rPr>
              <a:t>Recommended fix:
Fix: add interference_db env variable per cell in the simulator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6236208"/>
            <a:ext cx="11612880" cy="530352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LSTM correctly classifies 5G NORMAL, OVERLOAD, and SINR_LOW (interference) at 100% confidence.  4G cells and POWER_WASTE need training data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