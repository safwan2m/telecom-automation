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1945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C1 Query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5204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99CCFF"/>
                </a:solidFill>
              </a:rPr>
              <a:t>"How many cells are deployed in the network?"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DD88"/>
                </a:solidFill>
              </a:rPr>
              <a:t>Tool: query_network  →  count cells[] array 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99BB"/>
                </a:solidFill>
              </a:rPr>
              <a:t>4G/5G NSA Network  ·  Malleswaram  ·  30 Cells  ·  3 DUs  ·  1 CU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C1 Query Flow — System Data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91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88CCFF"/>
                </a:solidFill>
              </a:rPr>
              <a:t>query_network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914400"/>
            <a:ext cx="11292840" cy="1645920"/>
          </a:xfrm>
          <a:prstGeom prst="rect">
            <a:avLst/>
          </a:prstGeom>
          <a:solidFill>
            <a:srgbClr val="FFF0E8"/>
          </a:solidFill>
          <a:ln w="6350">
            <a:solidFill>
              <a:srgbClr val="DDA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560320"/>
            <a:ext cx="11292840" cy="1783080"/>
          </a:xfrm>
          <a:prstGeom prst="rect">
            <a:avLst/>
          </a:prstGeom>
          <a:solidFill>
            <a:srgbClr val="F2EBFF"/>
          </a:solidFill>
          <a:ln w="6350">
            <a:solidFill>
              <a:srgbClr val="AA88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343400"/>
            <a:ext cx="11292840" cy="2423160"/>
          </a:xfrm>
          <a:prstGeom prst="rect">
            <a:avLst/>
          </a:prstGeom>
          <a:solidFill>
            <a:srgbClr val="E0F5F7"/>
          </a:solidFill>
          <a:ln w="6350">
            <a:solidFill>
              <a:srgbClr val="77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0" y="12344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45008"/>
                </a:solidFill>
              </a:rPr>
              <a:t>USER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83464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5A238C"/>
                </a:solidFill>
              </a:rP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4937760"/>
            <a:ext cx="8961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7E8A"/>
                </a:solidFill>
              </a:rPr>
              <a:t>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1051560"/>
            <a:ext cx="1371600" cy="777240"/>
          </a:xfrm>
          <a:prstGeom prst="roundRect">
            <a:avLst/>
          </a:prstGeom>
          <a:solidFill>
            <a:srgbClr val="C4500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query input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1051560"/>
            <a:ext cx="1737360" cy="777240"/>
          </a:xfrm>
          <a:prstGeom prst="roundRect">
            <a:avLst/>
          </a:prstGeom>
          <a:solidFill>
            <a:srgbClr val="175CA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chat.py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localhost:8082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97480"/>
            <a:ext cx="2011680" cy="777240"/>
          </a:xfrm>
          <a:prstGeom prst="roundRect">
            <a:avLst/>
          </a:prstGeom>
          <a:solidFill>
            <a:srgbClr val="0A2955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Orchestrator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31920" y="2697480"/>
            <a:ext cx="2377440" cy="777240"/>
          </a:xfrm>
          <a:prstGeom prst="roundRect">
            <a:avLst/>
          </a:prstGeom>
          <a:solidFill>
            <a:srgbClr val="5A238C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Gemini LLM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gemini-2.5-flash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" y="4480560"/>
            <a:ext cx="2011680" cy="777240"/>
          </a:xfrm>
          <a:prstGeom prst="roundRect">
            <a:avLst/>
          </a:prstGeom>
          <a:solidFill>
            <a:srgbClr val="007E8A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Controller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5349240"/>
            <a:ext cx="210312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topology.json</a:t>
            </a:r>
          </a:p>
          <a:p>
            <a:pPr algn="ctr"/>
            <a:r>
              <a:rPr sz="1000" b="0">
                <a:solidFill>
                  <a:srgbClr val="FFFFFF"/>
                </a:solidFill>
              </a:rPr>
              <a:t>cell/DU/CU config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5349240"/>
            <a:ext cx="2011680" cy="777240"/>
          </a:xfrm>
          <a:prstGeom prst="roundRect">
            <a:avLst/>
          </a:prstGeom>
          <a:solidFill>
            <a:srgbClr val="1B6F4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InfluxDB</a:t>
            </a:r>
          </a:p>
          <a:p>
            <a:pPr algn="ctr"/>
            <a:r>
              <a:rPr sz="1100" b="0">
                <a:solidFill>
                  <a:srgbClr val="FFFFFF"/>
                </a:solidFill>
              </a:rPr>
              <a:t>port 8086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377440" y="1440180"/>
            <a:ext cx="64008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377440" y="1097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HTTP
POST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011680" y="1828800"/>
            <a:ext cx="1874520" cy="86868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6888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POST /chat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017520" y="2834640"/>
            <a:ext cx="914400" cy="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017520" y="2514600"/>
            <a:ext cx="960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prompt +
snapshot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017520" y="3246120"/>
            <a:ext cx="914400" cy="0"/>
          </a:xfrm>
          <a:prstGeom prst="line">
            <a:avLst/>
          </a:prstGeom>
          <a:ln w="22225">
            <a:solidFill>
              <a:srgbClr val="1B6F4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329184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fn call:
query_network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3474720"/>
            <a:ext cx="0" cy="10058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57400" y="393192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GET /network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286000" y="5257800"/>
            <a:ext cx="1463039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2468880" y="5074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read config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743200" y="5120640"/>
            <a:ext cx="3931920" cy="320040"/>
          </a:xfrm>
          <a:prstGeom prst="line">
            <a:avLst/>
          </a:prstGeom>
          <a:ln w="22225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4297680" y="4892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75CA6"/>
                </a:solidFill>
              </a:rPr>
              <a:t>Flux query: cell KPIs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2834640" y="4572000"/>
            <a:ext cx="1371600" cy="7772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291840" y="484632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cell config</a:t>
            </a:r>
          </a:p>
        </p:txBody>
      </p:sp>
      <p:cxnSp>
        <p:nvCxnSpPr>
          <p:cNvPr id="35" name="Connector 34"/>
          <p:cNvCxnSpPr/>
          <p:nvPr/>
        </p:nvCxnSpPr>
        <p:spPr>
          <a:xfrm flipH="1" flipV="1">
            <a:off x="2926080" y="4754880"/>
            <a:ext cx="3931920" cy="59436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572000" y="5166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KPIs per cell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1737360" y="3474720"/>
            <a:ext cx="0" cy="100584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1440" y="384048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merged
snapshot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2103120" y="1920240"/>
            <a:ext cx="914400" cy="1417320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 flipV="1">
            <a:off x="1691640" y="1600200"/>
            <a:ext cx="365760" cy="274319"/>
          </a:xfrm>
          <a:prstGeom prst="line">
            <a:avLst/>
          </a:prstGeom>
          <a:ln w="22225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48640" y="22860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1B6F42"/>
                </a:solidFill>
              </a:rPr>
              <a:t>NL reply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144000" y="1051560"/>
            <a:ext cx="283464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89720" y="1078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2955"/>
                </a:solidFill>
              </a:rPr>
              <a:t>Legend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235440" y="1572768"/>
            <a:ext cx="548640" cy="0"/>
          </a:xfrm>
          <a:prstGeom prst="line">
            <a:avLst/>
          </a:prstGeom>
          <a:ln w="19050">
            <a:solidFill>
              <a:srgbClr val="175C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9829800" y="144475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Query / Request path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235440" y="1911095"/>
            <a:ext cx="548640" cy="0"/>
          </a:xfrm>
          <a:prstGeom prst="line">
            <a:avLst/>
          </a:prstGeom>
          <a:ln w="19050">
            <a:solidFill>
              <a:srgbClr val="1B6F42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829800" y="1792224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</a:rPr>
              <a:t>Response / Return path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32320" y="2697480"/>
            <a:ext cx="2743200" cy="777240"/>
          </a:xfrm>
          <a:prstGeom prst="roundRect">
            <a:avLst/>
          </a:prstGeom>
          <a:solidFill>
            <a:srgbClr val="44227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FFFFFF"/>
                </a:solidFill>
              </a:rPr>
              <a:t>Counts cells[] array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length → 30 cells</a:t>
            </a:r>
          </a:p>
          <a:p>
            <a:pPr algn="ctr"/>
            <a:r>
              <a:rPr sz="900" b="0">
                <a:solidFill>
                  <a:srgbClr val="FFFFFF"/>
                </a:solidFill>
              </a:rPr>
              <a:t>→ formulates reply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309360" y="3086100"/>
            <a:ext cx="822960" cy="0"/>
          </a:xfrm>
          <a:prstGeom prst="line">
            <a:avLst/>
          </a:prstGeom>
          <a:ln w="19050">
            <a:solidFill>
              <a:srgbClr val="5A238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309360" y="28346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5A238C"/>
                </a:solidFill>
              </a:rPr>
              <a:t>tool
result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A29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45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C1 Query — Step-by-Step Trace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solidFill>
            <a:srgbClr val="C45008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98755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23160" y="96012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Types query into chat.py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33502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8074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40817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138074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HTTP POST {session, message} to Orchestrator 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75564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80136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18288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180136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Injects live network snapshot into system prompt; calls Gemini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176272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221991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2221991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Decides query_network is the correct tool; emits function call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596896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2642615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267004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2642615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Dispatches query_network → GET /network on Controller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17520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30632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30906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6324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Reads topology.json for cell/DU/CU configuration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438144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8386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351129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348386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Runs Flux query against InfluxDB: latest KPIs per cell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858768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390448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solidFill>
            <a:srgbClr val="007E8A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" y="39319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Controller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23160" y="390448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Merges topology + KPIs; returns full 30-cell network snapshot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279392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4325112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9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435254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23160" y="4325112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Passes tool result back to Gemini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4700016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4745736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423160" y="4745736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Counts the length of the cells[] array in the response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5120640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0040" y="51663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solidFill>
            <a:srgbClr val="5A238C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8680" y="51937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LLM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423160" y="5166360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Generates natural language answer: "There are 30 cells deployed in the network."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5541264"/>
            <a:ext cx="11612880" cy="420624"/>
          </a:xfrm>
          <a:prstGeom prst="rect">
            <a:avLst/>
          </a:prstGeom>
          <a:solidFill>
            <a:srgbClr val="E8ECF2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20040" y="5586984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solidFill>
            <a:srgbClr val="0A2955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8680" y="5614416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Orchestrator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423160" y="5586984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Returns HTTP response {reply} to chat.py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74320" y="5961888"/>
            <a:ext cx="116128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20040" y="6007608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2955"/>
                </a:solidFill>
              </a:rPr>
              <a:t>13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solidFill>
            <a:srgbClr val="175CA6"/>
          </a:solidFill>
          <a:ln w="381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68680" y="6035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chat.py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423160" y="6007608"/>
            <a:ext cx="9418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44444"/>
                </a:solidFill>
              </a:rPr>
              <a:t>Prints answer to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