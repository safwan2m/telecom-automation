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2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B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1945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</a:rPr>
              <a:t>C1 Query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5204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99CCFF"/>
                </a:solidFill>
              </a:rPr>
              <a:t>"How many cells are deployed in the network?"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DD88"/>
                </a:solidFill>
              </a:rPr>
              <a:t>Tool: query_network  →  count cells[] array length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212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799BB"/>
                </a:solidFill>
              </a:rPr>
              <a:t>4G/5G NSA Network  ·  Malleswaram  ·  30 Cells  ·  3 DUs  ·  1 CU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A2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C1 Query Flow — System Data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9144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88CCFF"/>
                </a:solidFill>
              </a:rPr>
              <a:t>query_network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914400"/>
            <a:ext cx="11292840" cy="1645920"/>
          </a:xfrm>
          <a:prstGeom prst="rect">
            <a:avLst/>
          </a:prstGeom>
          <a:solidFill>
            <a:srgbClr val="FFF0E8"/>
          </a:solidFill>
          <a:ln w="6350">
            <a:solidFill>
              <a:srgbClr val="DDA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2560320"/>
            <a:ext cx="11292840" cy="1783080"/>
          </a:xfrm>
          <a:prstGeom prst="rect">
            <a:avLst/>
          </a:prstGeom>
          <a:solidFill>
            <a:srgbClr val="F2EBFF"/>
          </a:solidFill>
          <a:ln w="6350">
            <a:solidFill>
              <a:srgbClr val="AA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4343400"/>
            <a:ext cx="11292840" cy="2423160"/>
          </a:xfrm>
          <a:prstGeom prst="rect">
            <a:avLst/>
          </a:prstGeom>
          <a:solidFill>
            <a:srgbClr val="E0F5F7"/>
          </a:solidFill>
          <a:ln w="6350">
            <a:solidFill>
              <a:srgbClr val="77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0" y="1234440"/>
            <a:ext cx="896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C45008"/>
                </a:solidFill>
              </a:rPr>
              <a:t>USER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2834640"/>
            <a:ext cx="896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5A238C"/>
                </a:solidFill>
              </a:rPr>
              <a:t>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4937760"/>
            <a:ext cx="896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7E8A"/>
                </a:solidFill>
              </a:rPr>
              <a:t>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" y="1051560"/>
            <a:ext cx="1371600" cy="777240"/>
          </a:xfrm>
          <a:prstGeom prst="roundRect">
            <a:avLst/>
          </a:prstGeom>
          <a:solidFill>
            <a:srgbClr val="C4500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User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query input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17520" y="1051560"/>
            <a:ext cx="1737360" cy="777240"/>
          </a:xfrm>
          <a:prstGeom prst="roundRect">
            <a:avLst/>
          </a:prstGeom>
          <a:solidFill>
            <a:srgbClr val="175CA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chat.py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localhost:8082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" y="2697480"/>
            <a:ext cx="2011680" cy="777240"/>
          </a:xfrm>
          <a:prstGeom prst="roundRect">
            <a:avLst/>
          </a:prstGeom>
          <a:solidFill>
            <a:srgbClr val="0A295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Orchestrator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port 8082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31920" y="2697480"/>
            <a:ext cx="2377440" cy="777240"/>
          </a:xfrm>
          <a:prstGeom prst="roundRect">
            <a:avLst/>
          </a:prstGeom>
          <a:solidFill>
            <a:srgbClr val="5A238C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Gemini LLM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gemini-2.5-flash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4480560"/>
            <a:ext cx="2011680" cy="777240"/>
          </a:xfrm>
          <a:prstGeom prst="roundRect">
            <a:avLst/>
          </a:prstGeom>
          <a:solidFill>
            <a:srgbClr val="007E8A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Controller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port 8080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39" y="5349240"/>
            <a:ext cx="2103120" cy="777240"/>
          </a:xfrm>
          <a:prstGeom prst="roundRect">
            <a:avLst/>
          </a:prstGeom>
          <a:solidFill>
            <a:srgbClr val="1B6F4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topology.json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cell/DU/CU config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0" y="5349240"/>
            <a:ext cx="2011680" cy="777240"/>
          </a:xfrm>
          <a:prstGeom prst="roundRect">
            <a:avLst/>
          </a:prstGeom>
          <a:solidFill>
            <a:srgbClr val="1B6F4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InfluxDB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port 8086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377440" y="1440180"/>
            <a:ext cx="640080" cy="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377440" y="109728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HTTP
POST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2011680" y="1828800"/>
            <a:ext cx="1874520" cy="86868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468880" y="21488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POST /chat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017520" y="2834640"/>
            <a:ext cx="914400" cy="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017520" y="2514600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SYSTEM_PROMPT
+ snapshot
+ history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3017520" y="3246120"/>
            <a:ext cx="914400" cy="0"/>
          </a:xfrm>
          <a:prstGeom prst="line">
            <a:avLst/>
          </a:prstGeom>
          <a:ln w="22225">
            <a:solidFill>
              <a:srgbClr val="1B6F4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971800" y="32918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fn call:
query_network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11680" y="3474720"/>
            <a:ext cx="0" cy="100584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057400" y="39319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GET /network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286000" y="5257800"/>
            <a:ext cx="1463039" cy="32004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2468880" y="50749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read config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743200" y="5120640"/>
            <a:ext cx="3931920" cy="32004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297680" y="48920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Flux query: cell KPIs</a:t>
            </a:r>
          </a:p>
        </p:txBody>
      </p:sp>
      <p:cxnSp>
        <p:nvCxnSpPr>
          <p:cNvPr id="33" name="Connector 32"/>
          <p:cNvCxnSpPr/>
          <p:nvPr/>
        </p:nvCxnSpPr>
        <p:spPr>
          <a:xfrm flipH="1" flipV="1">
            <a:off x="2834640" y="4572000"/>
            <a:ext cx="1371600" cy="777240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291840" y="48463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cell config</a:t>
            </a:r>
          </a:p>
        </p:txBody>
      </p:sp>
      <p:cxnSp>
        <p:nvCxnSpPr>
          <p:cNvPr id="35" name="Connector 34"/>
          <p:cNvCxnSpPr/>
          <p:nvPr/>
        </p:nvCxnSpPr>
        <p:spPr>
          <a:xfrm flipH="1" flipV="1">
            <a:off x="2926080" y="4754880"/>
            <a:ext cx="3931920" cy="594360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572000" y="51663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KPIs per cell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1737360" y="3474720"/>
            <a:ext cx="0" cy="1005840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91440" y="3840480"/>
            <a:ext cx="1600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merged
snapshot</a:t>
            </a:r>
          </a:p>
        </p:txBody>
      </p:sp>
      <p:cxnSp>
        <p:nvCxnSpPr>
          <p:cNvPr id="39" name="Connector 38"/>
          <p:cNvCxnSpPr/>
          <p:nvPr/>
        </p:nvCxnSpPr>
        <p:spPr>
          <a:xfrm flipH="1" flipV="1">
            <a:off x="2103120" y="1920240"/>
            <a:ext cx="914400" cy="1417320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 flipV="1">
            <a:off x="1691640" y="1600200"/>
            <a:ext cx="365760" cy="274319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548640" y="228600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NL reply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144000" y="1051560"/>
            <a:ext cx="283464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89720" y="1078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A2955"/>
                </a:solidFill>
              </a:rPr>
              <a:t>Legend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9235440" y="1572768"/>
            <a:ext cx="548640" cy="0"/>
          </a:xfrm>
          <a:prstGeom prst="line">
            <a:avLst/>
          </a:prstGeom>
          <a:ln w="19050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9829800" y="144475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44"/>
                </a:solidFill>
              </a:rPr>
              <a:t>Query / Request path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9235440" y="1911095"/>
            <a:ext cx="548640" cy="0"/>
          </a:xfrm>
          <a:prstGeom prst="line">
            <a:avLst/>
          </a:prstGeom>
          <a:ln w="19050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9829800" y="179222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44"/>
                </a:solidFill>
              </a:rPr>
              <a:t>Response / Return path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132320" y="2697480"/>
            <a:ext cx="2743200" cy="777240"/>
          </a:xfrm>
          <a:prstGeom prst="roundRect">
            <a:avLst/>
          </a:prstGeom>
          <a:solidFill>
            <a:srgbClr val="44227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FFFFFF"/>
                </a:solidFill>
              </a:rPr>
              <a:t>Counts cells[] array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length → 30 cells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→ formulates reply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309360" y="3086100"/>
            <a:ext cx="822960" cy="0"/>
          </a:xfrm>
          <a:prstGeom prst="line">
            <a:avLst/>
          </a:prstGeom>
          <a:ln w="19050">
            <a:solidFill>
              <a:srgbClr val="5A23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309360" y="28346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5A238C"/>
                </a:solidFill>
              </a:rPr>
              <a:t>tool
result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A2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C1 Query — Step-by-Step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14400"/>
            <a:ext cx="1161288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60120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987552"/>
            <a:ext cx="1463040" cy="274320"/>
          </a:xfrm>
          <a:prstGeom prst="rect">
            <a:avLst/>
          </a:prstGeom>
          <a:solidFill>
            <a:srgbClr val="C45008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98755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User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3160" y="960120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Types query into chat.py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335024"/>
            <a:ext cx="11612880" cy="420624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380744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1408176"/>
            <a:ext cx="1463040" cy="274320"/>
          </a:xfrm>
          <a:prstGeom prst="rect">
            <a:avLst/>
          </a:prstGeom>
          <a:solidFill>
            <a:srgbClr val="175CA6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40817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chat.py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380744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HTTP POST {session_id, message} → Orchestrator /chat  (pure stdlib urllib; --session flag for named sessions)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755648"/>
            <a:ext cx="1161288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1801368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1828800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182880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3160" y="1801368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Calls build_network_context() → GET /network; appends live snapshot to SYSTEM_PROMPT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176272"/>
            <a:ext cx="11612880" cy="420624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2221991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" y="2249424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24942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2221991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Sends SYSTEM_PROMPT + live snapshot + session history (types.Content) to Gemini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2596896"/>
            <a:ext cx="1161288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" y="2642615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8680" y="2670048"/>
            <a:ext cx="1463040" cy="274320"/>
          </a:xfrm>
          <a:prstGeom prst="rect">
            <a:avLst/>
          </a:prstGeom>
          <a:solidFill>
            <a:srgbClr val="5A238C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267004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Gemini LLM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23160" y="2642615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Decides query_network is the correct tool; emits function call: query_network()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3017520"/>
            <a:ext cx="11612880" cy="420624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3063240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8680" y="3090672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309067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23160" y="3063240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Dispatches query_network → GET /network on Controller; yields *[calling tool...]* inline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3438144"/>
            <a:ext cx="1161288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0040" y="3483864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8680" y="3511296"/>
            <a:ext cx="1463040" cy="274320"/>
          </a:xfrm>
          <a:prstGeom prst="rect">
            <a:avLst/>
          </a:prstGeom>
          <a:solidFill>
            <a:srgbClr val="007E8A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351129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Controller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23160" y="3483864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Reads topology.json for cell/DU/CU configuration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3858768"/>
            <a:ext cx="11612880" cy="420624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0040" y="3904488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68680" y="3931920"/>
            <a:ext cx="1463040" cy="274320"/>
          </a:xfrm>
          <a:prstGeom prst="rect">
            <a:avLst/>
          </a:prstGeom>
          <a:solidFill>
            <a:srgbClr val="007E8A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39319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Controller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23160" y="3904488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Runs Flux query against InfluxDB: latest KPIs per cell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4279392"/>
            <a:ext cx="1161288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0040" y="4325112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68680" y="4352544"/>
            <a:ext cx="1463040" cy="274320"/>
          </a:xfrm>
          <a:prstGeom prst="rect">
            <a:avLst/>
          </a:prstGeom>
          <a:solidFill>
            <a:srgbClr val="007E8A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68680" y="435254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Controller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423160" y="4325112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Merges topology + KPIs; returns full 30-cell network snapshot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4320" y="4700016"/>
            <a:ext cx="11612880" cy="420624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0040" y="4745736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68680" y="4773168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68680" y="477316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23160" y="4745736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JSON-sanitises result (json.dumps default=str); appends FunctionResponse to session history; re-calls Gemini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74320" y="5120640"/>
            <a:ext cx="1161288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20040" y="5166360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8680" y="5193792"/>
            <a:ext cx="1463040" cy="274320"/>
          </a:xfrm>
          <a:prstGeom prst="rect">
            <a:avLst/>
          </a:prstGeom>
          <a:solidFill>
            <a:srgbClr val="5A238C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68680" y="519379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Gemini LLM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423160" y="5166360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Counts the cells{} keys in the response → 30 cells; no further tool calls → loop exits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74320" y="5541264"/>
            <a:ext cx="11612880" cy="420624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20040" y="5586984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68680" y="5614416"/>
            <a:ext cx="1463040" cy="274320"/>
          </a:xfrm>
          <a:prstGeom prst="rect">
            <a:avLst/>
          </a:prstGeom>
          <a:solidFill>
            <a:srgbClr val="5A238C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68680" y="561441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Gemini LLM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423160" y="5586984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Generates NL answer: "There are 30 cells deployed in the Malleswaram network."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74320" y="5961888"/>
            <a:ext cx="1161288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20040" y="6007608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13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68680" y="6035040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68680" y="603504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423160" y="6007608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Streams text/plain chunks via sync generator (Starlette thread pool → StreamingResponse)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74320" y="6382512"/>
            <a:ext cx="11612880" cy="420624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20040" y="6428232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14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68680" y="6455664"/>
            <a:ext cx="1463040" cy="274320"/>
          </a:xfrm>
          <a:prstGeom prst="rect">
            <a:avLst/>
          </a:prstGeom>
          <a:solidFill>
            <a:srgbClr val="175CA6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68680" y="645566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chat.py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423160" y="6428232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Prints streamed answer to operator terminal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