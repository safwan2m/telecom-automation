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U1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9CCFF"/>
                </a:solidFill>
              </a:rPr>
              <a:t>"How many UEs are currently active in the network?"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query_network  →  sum connected_ues across all 30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99BB"/>
                </a:solidFill>
              </a:rPr>
              <a:t>4G/5G NSA Network  ·  Malleswaram  ·  30 Cells  ·  3 DUs  ·  1 CU  ·  18,400 peak 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U1 Query Flow — System Data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8CCFF"/>
                </a:solidFill>
              </a:rPr>
              <a:t>query_network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77724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349240"/>
            <a:ext cx="210312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cell/DU/CU config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49240"/>
            <a:ext cx="201168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prompt +
snapshot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17520" y="32918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call:
query_network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/network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257800"/>
            <a:ext cx="1463039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68880" y="5074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read config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5120640"/>
            <a:ext cx="3931920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9768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Flux query: connected_ues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834640" y="4572000"/>
            <a:ext cx="1371600" cy="7772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91840" y="4846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cell config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926080" y="4754880"/>
            <a:ext cx="3931920" cy="59436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0" y="5166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connected_ues per cell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737360" y="3474720"/>
            <a:ext cx="0" cy="10058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" y="38404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merged
snapshot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Sums connected_ues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across all 30 cells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formulates reply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U1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601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3502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07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8074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{session, message} to Orchestrator 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80136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80136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Injects live network snapshot into system prompt; calls 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76272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21991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221991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Decides query_network is the correct tool; emits function 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96896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42615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642615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Dispatches query_network → GET /network on Controller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17520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06324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6324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Reads topology.json for cell/DU/CU configuration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38144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48386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48386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Runs Flux query against InfluxDB: latest connected_ues per cell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858768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90448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90448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Merges topology + KPIs; returns full 30-cell network snapshot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279392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3251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Passes tool result back to Gemini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700016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7457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7457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Sums connected_ues across all cells to get network-wide total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12064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16636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516636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natural language answer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54126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586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586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HTTP response {reply} to chat.py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96188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60076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60076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answer to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