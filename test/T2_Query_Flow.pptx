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T2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99CCFF"/>
                </a:solidFill>
              </a:rPr>
              <a:t>"Which DU manages MLS_MGR_01?"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query_network  →  reverse lookup: scan DU cell_ids[] to find MLS_MGR_01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99BB"/>
                </a:solidFill>
              </a:rPr>
              <a:t>4G/5G NSA Network  ·  Malleswaram  ·  3 DUs  ·  30 Cells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T2 Query Flow — System Data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8CCFF"/>
                </a:solidFill>
              </a:rPr>
              <a:t>query_network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77724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5349240"/>
            <a:ext cx="237744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dus{du_id:{cell_ids:[]}}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5349240"/>
            <a:ext cx="201168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InfluxDB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SYSTEM_PROMPT
+ snapshot
+ history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71800" y="3291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call:
query_network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/network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257800"/>
            <a:ext cx="1463039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23160" y="5029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read DU
cell_ids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5120640"/>
            <a:ext cx="4114800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8912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Flux query: KPIs per cell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834640" y="4572000"/>
            <a:ext cx="1371600" cy="7772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00400" y="48280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DU→cell map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926080" y="4754880"/>
            <a:ext cx="4114800" cy="59436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663440" y="5166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KPIs per cell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737360" y="3474720"/>
            <a:ext cx="0" cy="10058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" y="38404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topology +
DU map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Reverse lookup: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scan DU cell_ids[] →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find MLS_MGR_01 owner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T2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601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3502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8074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8074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{session_id, message} → Orchestrator /chat  (pure stdlib urllib; --session flag for named sessions)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80136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80136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Calls build_network_context() → GET /network; appends live snapshot to SYSTEM_PROMPT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76272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21991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221991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Sends SYSTEM_PROMPT + live snapshot + session history (types.Content) to Gemini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96896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642615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642615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Decides query_network is the right tool; emits function call: query_network()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17520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06324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6324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Dispatches query_network → GET /network on Controller; yields *[calling tool...]* inline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38144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48386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48386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Reads topology.json: dus{} with cell_ids[] lists for all 3 DUs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858768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90448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90448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Runs Flux query against InfluxDB: latest KPIs per cell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279392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3251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3251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full topology including DU → cell_ids mapping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700016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7457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7457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JSON-sanitises result (json.dumps default=str); appends FunctionResponse to session history; re-calls Gemini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12064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16636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516636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Scans each DU cell_ids[]: finds MLS_MGR_01 in DU-MLS-3; no further tool calls → loop exits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54126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586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586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answer: "MLS_MGR_01 is managed by DU-MLS-3."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96188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60076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60076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Streams text/plain chunks via sync generator (Starlette thread pool → StreamingResponse)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6382512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642823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" y="645566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680" y="64556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23160" y="642823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streamed answer to operator terminal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T2 — Reverse Lookup: MLS_MGR_01 → 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55"/>
                </a:solidFill>
              </a:rPr>
              <a:t>Gemini scans each DU's cell_ids[] list until it finds MLS_MGR_01: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474720" cy="41148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DU-MLS-1  (14 cells)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MLS_RWS_01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1874519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MLS_RWS_03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95144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2951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MLS_18C_01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2295144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22951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MLS_18C_03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15768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715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MLS_BEL_01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2715768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2715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MLS_BEL_02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36391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1363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MLS_BEL_03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3136391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57400" y="31363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MLS_SNK_01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557015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557015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MLS_SNK_03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3557015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557015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MLS_10C_01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977639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9776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MLS_CHD_01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3977639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7400" y="39776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MLS_3MN_01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398264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39826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MLS_6CR_01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57400" y="4398264"/>
            <a:ext cx="1737360" cy="365760"/>
          </a:xfrm>
          <a:prstGeom prst="rect">
            <a:avLst/>
          </a:prstGeom>
          <a:solidFill>
            <a:srgbClr val="F5C518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439826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</a:rPr>
              <a:t>MLS_MGR_01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00600"/>
            <a:ext cx="3474720" cy="502920"/>
          </a:xfrm>
          <a:prstGeom prst="rect">
            <a:avLst/>
          </a:prstGeom>
          <a:solidFill>
            <a:srgbClr val="1B6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800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  FOUND in DU-MLS-1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1417320"/>
            <a:ext cx="3474720" cy="41148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DU-MLS-2  (9 cells)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1874519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MLS_SPG_03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1874519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9320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MLS_3MN_02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2295144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22951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MLS_3MN_03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2295144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89320" y="22951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MLS_10C_03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2715768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2715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MLS_18C_02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715768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89320" y="2715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MLS_RWS_02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3136391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0" y="31363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MLS_SNK_02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3136391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89320" y="31363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MLS_SPG_02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3557015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0" y="3557015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MLS_SPG_01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3813048"/>
            <a:ext cx="3474720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0" y="3813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✗  MLS_MGR_01 not here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1417320"/>
            <a:ext cx="3474720" cy="41148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DU-MLS-3  (7 cells)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1874519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0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MLS_MGR_02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12680" y="1874519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12680" y="18745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MLS_MGR_03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2295144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0" y="22951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MLS_CHD_02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12680" y="2295144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12680" y="22951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MLS_CHD_03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0" y="2715768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2715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MLS_6CR_02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12680" y="2715768"/>
            <a:ext cx="1737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012680" y="2715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MLS_6CR_03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3136391"/>
            <a:ext cx="1737360" cy="365760"/>
          </a:xfrm>
          <a:prstGeom prst="rect">
            <a:avLst/>
          </a:prstGeom>
          <a:solidFill>
            <a:srgbClr val="E8ECF2"/>
          </a:solidFill>
          <a:ln w="381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0" y="31363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MLS_10C_02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3392424"/>
            <a:ext cx="3474720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600" y="339242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✗  MLS_MGR_01 not here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486400"/>
            <a:ext cx="11612880" cy="77724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548640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Answer:  "MLS_MGR_01 is managed by DU-MLS-1."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