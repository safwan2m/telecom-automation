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T1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99CCFF"/>
                </a:solidFill>
              </a:rPr>
              <a:t>"Show the network topology."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query_network  →  walk CU → DU → cell hierarchy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99BB"/>
                </a:solidFill>
              </a:rPr>
              <a:t>1 CU  ·  3 DUs  ·  30 Cells  ·  Malleswaram  ·  4G/5G NSA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T1 Query Flow — System Data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8CCFF"/>
                </a:solidFill>
              </a:rPr>
              <a:t>query_network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77724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5349240"/>
            <a:ext cx="228600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cus{}, dus{}, cells{}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349240"/>
            <a:ext cx="201168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InfluxDB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SYSTEM_PROMPT
+ snapshot
+ history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71800" y="3291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call:
query_network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/network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257800"/>
            <a:ext cx="1463039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23160" y="50292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read hierarchy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5120640"/>
            <a:ext cx="3931920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9768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Flux query: KPIs per cell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834640" y="4572000"/>
            <a:ext cx="1371600" cy="7772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46120" y="482803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cus/dus/cells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926080" y="4754880"/>
            <a:ext cx="3931920" cy="59436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0" y="5166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KPIs per cell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737360" y="3474720"/>
            <a:ext cx="0" cy="10058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" y="38404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full topology
object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Walks CU→DU→cell tree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&amp; formats full hierarchy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topology reply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T1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601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3502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8074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8074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{session_id, message} → Orchestrator /chat  (pure stdlib urllib; --session flag for named sessions)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80136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80136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Calls build_network_context() → GET /network; appends live snapshot to SYSTEM_PROMPT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76272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21991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221991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Sends SYSTEM_PROMPT + live snapshot + session history (types.Content) to Gemini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96896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642615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642615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Decides query_network is the right tool; emits function call: query_network()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17520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06324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6324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Dispatches query_network → GET /network on Controller; yields *[calling tool...]* inline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38144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48386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48386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Reads topology.json: full cus{}, dus{}, cells{} structure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858768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90448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90448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Runs Flux query against InfluxDB: latest KPIs per cell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279392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3251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3251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merged topology object with cus, dus, cells and KPIs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700016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7457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7457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JSON-sanitises result (json.dumps default=str); appends FunctionResponse to session history; re-calls Gemini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12064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16636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516636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Walks CU → DU → cell tree; formats hierarchy; no further tool calls → loop exits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54126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586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586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reply: CU-MLS → DU-MLS-1/2/3 → 30 cells with band and config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96188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60076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600760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Streams text/plain chunks via sync generator (Starlette thread pool → StreamingResponse)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6382512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642823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" y="645566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8680" y="64556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23160" y="642823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Prints streamed topology to operator terminal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T1 Response — Network Topology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005840"/>
            <a:ext cx="3200400" cy="64008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CU-MLS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host: cu-mls  ·  region: Malleswaram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3200400" cy="64008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DU-MLS-1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host: du-mls-1  ·  14 cells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331720" y="1645920"/>
            <a:ext cx="3749040" cy="502920"/>
          </a:xfrm>
          <a:prstGeom prst="line">
            <a:avLst/>
          </a:prstGeom>
          <a:ln w="19050">
            <a:solidFill>
              <a:srgbClr val="0A29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0560" y="2148840"/>
            <a:ext cx="3200400" cy="64008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DU-MLS-2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host: du-mls-2  ·  9 cells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645920"/>
            <a:ext cx="0" cy="502920"/>
          </a:xfrm>
          <a:prstGeom prst="line">
            <a:avLst/>
          </a:prstGeom>
          <a:ln w="19050">
            <a:solidFill>
              <a:srgbClr val="0A29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0" y="2148840"/>
            <a:ext cx="3200400" cy="64008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DU-MLS-3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host: du-mls-3  ·  7 cells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645920"/>
            <a:ext cx="3749040" cy="502920"/>
          </a:xfrm>
          <a:prstGeom prst="line">
            <a:avLst/>
          </a:prstGeom>
          <a:ln w="19050">
            <a:solidFill>
              <a:srgbClr val="0A29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3017520"/>
            <a:ext cx="3200400" cy="566928"/>
          </a:xfrm>
          <a:prstGeom prst="roundRect">
            <a:avLst/>
          </a:prstGeom>
          <a:solidFill>
            <a:srgbClr val="28805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MLS_RWS_01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5G n78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1720" y="2788920"/>
            <a:ext cx="0" cy="228600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675887"/>
            <a:ext cx="3200400" cy="566928"/>
          </a:xfrm>
          <a:prstGeom prst="roundRect">
            <a:avLst/>
          </a:prstGeom>
          <a:solidFill>
            <a:srgbClr val="28805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MLS_18C_01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5G n78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2788920"/>
            <a:ext cx="0" cy="886967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4334256"/>
            <a:ext cx="3200400" cy="566928"/>
          </a:xfrm>
          <a:prstGeom prst="roundRect">
            <a:avLst/>
          </a:prstGeom>
          <a:solidFill>
            <a:srgbClr val="28805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MLS_BEL_01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5G n78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31720" y="2788920"/>
            <a:ext cx="0" cy="1545336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4992624"/>
            <a:ext cx="3200400" cy="566928"/>
          </a:xfrm>
          <a:prstGeom prst="roundRect">
            <a:avLst/>
          </a:prstGeom>
          <a:solidFill>
            <a:srgbClr val="28805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MLS_SNK_01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5G n78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1720" y="2788920"/>
            <a:ext cx="0" cy="2203704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5650992"/>
            <a:ext cx="3200400" cy="566928"/>
          </a:xfrm>
          <a:prstGeom prst="roundRect">
            <a:avLst/>
          </a:prstGeom>
          <a:solidFill>
            <a:srgbClr val="88888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+ 10 more …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20" y="2788920"/>
            <a:ext cx="0" cy="2862072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80560" y="3017520"/>
            <a:ext cx="3200400" cy="566928"/>
          </a:xfrm>
          <a:prstGeom prst="roundRect">
            <a:avLst/>
          </a:prstGeom>
          <a:solidFill>
            <a:srgbClr val="28805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MLS_RWS_02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5G n41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788920"/>
            <a:ext cx="0" cy="228600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80560" y="3675887"/>
            <a:ext cx="3200400" cy="566928"/>
          </a:xfrm>
          <a:prstGeom prst="roundRect">
            <a:avLst/>
          </a:prstGeom>
          <a:solidFill>
            <a:srgbClr val="28805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MLS_SPG_01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5G n78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2788920"/>
            <a:ext cx="0" cy="886967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80560" y="4334256"/>
            <a:ext cx="3200400" cy="566928"/>
          </a:xfrm>
          <a:prstGeom prst="roundRect">
            <a:avLst/>
          </a:prstGeom>
          <a:solidFill>
            <a:srgbClr val="28805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MLS_SNK_02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5G n41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2788920"/>
            <a:ext cx="0" cy="1545336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480560" y="4992624"/>
            <a:ext cx="3200400" cy="566928"/>
          </a:xfrm>
          <a:prstGeom prst="roundRect">
            <a:avLst/>
          </a:prstGeom>
          <a:solidFill>
            <a:srgbClr val="28805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MLS_18C_02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5G n41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2788920"/>
            <a:ext cx="0" cy="2203704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480560" y="5650992"/>
            <a:ext cx="3200400" cy="566928"/>
          </a:xfrm>
          <a:prstGeom prst="roundRect">
            <a:avLst/>
          </a:prstGeom>
          <a:solidFill>
            <a:srgbClr val="88888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+ 5 more …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2788920"/>
            <a:ext cx="0" cy="2862072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29600" y="3017520"/>
            <a:ext cx="3200400" cy="566928"/>
          </a:xfrm>
          <a:prstGeom prst="roundRect">
            <a:avLst/>
          </a:prstGeom>
          <a:solidFill>
            <a:srgbClr val="1A5C9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MLS_MGR_02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4G B40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29800" y="2788920"/>
            <a:ext cx="0" cy="228600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229600" y="3675887"/>
            <a:ext cx="3200400" cy="566928"/>
          </a:xfrm>
          <a:prstGeom prst="roundRect">
            <a:avLst/>
          </a:prstGeom>
          <a:solidFill>
            <a:srgbClr val="1A5C9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MLS_MGR_03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4G B3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29800" y="2788920"/>
            <a:ext cx="0" cy="886967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229600" y="4334256"/>
            <a:ext cx="3200400" cy="566928"/>
          </a:xfrm>
          <a:prstGeom prst="roundRect">
            <a:avLst/>
          </a:prstGeom>
          <a:solidFill>
            <a:srgbClr val="1A5C9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MLS_CHD_02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4G B40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2788920"/>
            <a:ext cx="0" cy="1545336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229600" y="4992624"/>
            <a:ext cx="3200400" cy="566928"/>
          </a:xfrm>
          <a:prstGeom prst="roundRect">
            <a:avLst/>
          </a:prstGeom>
          <a:solidFill>
            <a:srgbClr val="28805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MLS_10C_02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5G n41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829800" y="2788920"/>
            <a:ext cx="0" cy="2203704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229600" y="5650992"/>
            <a:ext cx="3200400" cy="566928"/>
          </a:xfrm>
          <a:prstGeom prst="roundRect">
            <a:avLst/>
          </a:prstGeom>
          <a:solidFill>
            <a:srgbClr val="88888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+ 3 more …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2788920"/>
            <a:ext cx="0" cy="2862072"/>
          </a:xfrm>
          <a:prstGeom prst="line">
            <a:avLst/>
          </a:prstGeom>
          <a:ln w="12700">
            <a:solidFill>
              <a:srgbClr val="00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