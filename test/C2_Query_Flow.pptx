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C2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99CCFF"/>
                </a:solidFill>
              </a:rPr>
              <a:t>"Show details of MLS_RWS_01."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query_cell(cell_id="MLS_RWS_01")  →  full config + 30-min KPI time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99BB"/>
                </a:solidFill>
              </a:rPr>
              <a:t>5G NR  ·  n78 (3500 MHz)  ·  Nokia AirScale MAA 64T64R  ·  DU-MLS-1  ·  CU-MLS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C2 Query Flow — System Data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8CCFF"/>
                </a:solidFill>
              </a:rPr>
              <a:t>query_cell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77724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5349240"/>
            <a:ext cx="210312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PCI, band, vendor,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power, max_ues, DU/CU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349240"/>
            <a:ext cx="246888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InfluxDB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30-min series: UEs, PRB,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SINR, throughput, HO, loss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SYSTEM_PROMPT
+ snapshot
+ history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26080" y="329184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call:
query_cell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840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/cells/
MLS_RWS_01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257800"/>
            <a:ext cx="1463039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23160" y="5029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read full config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5120640"/>
            <a:ext cx="3931920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06240" y="4873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Flux query: 30-min KPI series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834640" y="4572000"/>
            <a:ext cx="1371600" cy="7772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46120" y="4828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full config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926080" y="4754880"/>
            <a:ext cx="3931920" cy="59436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6-KPI time series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737360" y="3474720"/>
            <a:ext cx="0" cy="10058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config +
KPI series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Formats all config fields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+ summarises KPI trends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full cell profile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C2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601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3502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8074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8074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{session_id, message} → Orchestrator /chat  (pure stdlib urllib; --session flag for named sessions)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80136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80136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Calls build_network_context() → GET /network; appends live snapshot to SYSTEM_PROMPT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76272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21991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221991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Sends SYSTEM_PROMPT + live snapshot + session history (types.Content) to Gemini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96896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642615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642615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Identifies cell MLS_RWS_01; emits query_cell(cell_id="MLS_RWS_01")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17520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06324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6324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Dispatches query_cell → GET /cells/MLS_RWS_01 on Controller; yields *[calling tool...]* inline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38144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48386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48386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Reads topology.json: PCI=1, band=n78, vendor=Nokia, 64T64R, 3800 Mbps, DU-MLS-1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858768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90448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90448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Runs Flux query: 30-min series for connected_ues, PRB, SINR, throughput, HO rate, packet loss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279392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3251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3251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merged full config + 30-min KPI time series for MLS_RWS_01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700016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7457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7457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JSON-sanitises result (json.dumps default=str); appends FunctionResponse to session history; re-calls Gemini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12064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16636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516636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Formats all config fields and summarises 30-min KPI trends; no further tool calls → loop exits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54126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586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586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detailed NL cell profile for MLS_RWS_01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96188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60076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60076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Streams text/plain chunks via sync generator (Starlette thread pool → StreamingResponse)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6382512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040" y="642823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8680" y="6455664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680" y="645566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23160" y="642823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streamed full cell profile to operator terminal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C2 Response Profile — MLS_RWS_01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00" cy="457200"/>
          </a:xfrm>
          <a:prstGeom prst="rect">
            <a:avLst/>
          </a:prstGeom>
          <a:solidFill>
            <a:srgbClr val="007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Static Config  (from topology.json)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486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41732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5G NR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92224"/>
            <a:ext cx="548640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37943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83794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n78  ·  3500 MHz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12848"/>
            <a:ext cx="5486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25856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PCI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25856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33472"/>
            <a:ext cx="548640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679191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Vendor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679191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Nokia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54096"/>
            <a:ext cx="5486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099815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Hardware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099815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AirScale MAA 64T64R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474720"/>
            <a:ext cx="548640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52044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Antenna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52044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64T64R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95344"/>
            <a:ext cx="5486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941063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Peak DL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3941063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3800 Mbps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315968"/>
            <a:ext cx="548640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36168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TX Power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436168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1000 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736592"/>
            <a:ext cx="5486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78231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Max 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782312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900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157216"/>
            <a:ext cx="548640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20293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DU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202936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DU-MLS-1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577840"/>
            <a:ext cx="54864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623560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2955"/>
                </a:solidFill>
              </a:rPr>
              <a:t>CU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562356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CU-MLS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914400"/>
            <a:ext cx="5669280" cy="457200"/>
          </a:xfrm>
          <a:prstGeom prst="rect">
            <a:avLst/>
          </a:prstGeom>
          <a:solidFill>
            <a:srgbClr val="1B6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9144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30-min KPI Series  (from InfluxDB)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371600"/>
            <a:ext cx="56692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1426464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E8A"/>
                </a:solidFill>
              </a:rPr>
              <a:t>connected_ues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1426464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Active UEs on this cell over 30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1874519"/>
            <a:ext cx="5669280" cy="502920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1929384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E8A"/>
                </a:solidFill>
              </a:rPr>
              <a:t>prb_dl_pct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1929384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Downlink PRB utilisation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377440"/>
            <a:ext cx="56692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2432304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E8A"/>
                </a:solidFill>
              </a:rPr>
              <a:t>sinr_db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2432304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Signal-to-Interference-plus-Noise Ratio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2880360"/>
            <a:ext cx="5669280" cy="502920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2935224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E8A"/>
                </a:solidFill>
              </a:rPr>
              <a:t>dl_throughput_mbps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2935224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Downlink throughput (Mbps)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3383280"/>
            <a:ext cx="56692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3438144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E8A"/>
                </a:solidFill>
              </a:rPr>
              <a:t>ho_success_rate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3438144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Handover success rate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3886200"/>
            <a:ext cx="5669280" cy="502920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3941063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E8A"/>
                </a:solidFill>
              </a:rPr>
              <a:t>packet_loss_pct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3941063"/>
            <a:ext cx="29260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Packet loss percentage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