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0B4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2194560"/>
            <a:ext cx="109728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C2 Query 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352044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0" i="1">
                <a:solidFill>
                  <a:srgbClr val="99CCFF"/>
                </a:solidFill>
              </a:rPr>
              <a:t>"Show details of MLS_RWS_01."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55DD88"/>
                </a:solidFill>
              </a:rPr>
              <a:t>Tool: query_cell(cell_id="MLS_RWS_01")  →  full config + 30-min KPI time series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521208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7799BB"/>
                </a:solidFill>
              </a:rPr>
              <a:t>5G NR  ·  n78 (3500 MHz)  ·  Nokia AirScale MAA 64T64R  ·  DU-MLS-1  ·  CU-MLS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C2 Query Flow — System Data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91440"/>
            <a:ext cx="2743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 i="0">
                <a:solidFill>
                  <a:srgbClr val="88CCFF"/>
                </a:solidFill>
              </a:rPr>
              <a:t>query_cell</a:t>
            </a:r>
          </a:p>
        </p:txBody>
      </p:sp>
      <p:sp>
        <p:nvSpPr>
          <p:cNvPr id="6" name="Rectangle 5"/>
          <p:cNvSpPr/>
          <p:nvPr/>
        </p:nvSpPr>
        <p:spPr>
          <a:xfrm>
            <a:off x="868680" y="914400"/>
            <a:ext cx="11292840" cy="1645920"/>
          </a:xfrm>
          <a:prstGeom prst="rect">
            <a:avLst/>
          </a:prstGeom>
          <a:solidFill>
            <a:srgbClr val="FFF0E8"/>
          </a:solidFill>
          <a:ln w="6350">
            <a:solidFill>
              <a:srgbClr val="DDA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68680" y="2560320"/>
            <a:ext cx="11292840" cy="1783080"/>
          </a:xfrm>
          <a:prstGeom prst="rect">
            <a:avLst/>
          </a:prstGeom>
          <a:solidFill>
            <a:srgbClr val="F2EBFF"/>
          </a:solidFill>
          <a:ln w="6350">
            <a:solidFill>
              <a:srgbClr val="AA88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68680" y="4343400"/>
            <a:ext cx="11292840" cy="2423160"/>
          </a:xfrm>
          <a:prstGeom prst="rect">
            <a:avLst/>
          </a:prstGeom>
          <a:solidFill>
            <a:srgbClr val="E0F5F7"/>
          </a:solidFill>
          <a:ln w="6350">
            <a:solidFill>
              <a:srgbClr val="77BBB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0" y="12344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C45008"/>
                </a:solidFill>
              </a:rPr>
              <a:t>USER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0" y="283464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5A238C"/>
                </a:solidFill>
              </a:rPr>
              <a:t>AI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0" y="4937760"/>
            <a:ext cx="896112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007E8A"/>
                </a:solidFill>
              </a:rPr>
              <a:t>DATA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005840" y="1051560"/>
            <a:ext cx="1371600" cy="777240"/>
          </a:xfrm>
          <a:prstGeom prst="roundRect">
            <a:avLst/>
          </a:prstGeom>
          <a:solidFill>
            <a:srgbClr val="C45008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User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query input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17520" y="1051560"/>
            <a:ext cx="1737360" cy="777240"/>
          </a:xfrm>
          <a:prstGeom prst="roundRect">
            <a:avLst/>
          </a:prstGeom>
          <a:solidFill>
            <a:srgbClr val="175CA6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chat.py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localhost:8082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05840" y="2697480"/>
            <a:ext cx="2011680" cy="777240"/>
          </a:xfrm>
          <a:prstGeom prst="roundRect">
            <a:avLst/>
          </a:prstGeom>
          <a:solidFill>
            <a:srgbClr val="0A2955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Orchestrator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2697480"/>
            <a:ext cx="2377440" cy="777240"/>
          </a:xfrm>
          <a:prstGeom prst="roundRect">
            <a:avLst/>
          </a:prstGeom>
          <a:solidFill>
            <a:srgbClr val="5A238C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Gemini LLM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gemini-2.5-flash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005840" y="4480560"/>
            <a:ext cx="2011680" cy="777240"/>
          </a:xfrm>
          <a:prstGeom prst="roundRect">
            <a:avLst/>
          </a:prstGeom>
          <a:solidFill>
            <a:srgbClr val="007E8A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</a:rPr>
              <a:t>Controller</a:t>
            </a:r>
          </a:p>
          <a:p>
            <a:pPr algn="ctr"/>
            <a:r>
              <a:rPr sz="1100" b="0">
                <a:solidFill>
                  <a:srgbClr val="FFFFFF"/>
                </a:solidFill>
              </a:rPr>
              <a:t>port 8080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5349240"/>
            <a:ext cx="210312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topology.json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PCI, band, vendor,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power, max_ues, DU/CU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5349240"/>
            <a:ext cx="2468880" cy="777240"/>
          </a:xfrm>
          <a:prstGeom prst="roundRect">
            <a:avLst/>
          </a:prstGeom>
          <a:solidFill>
            <a:srgbClr val="1B6F42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1">
                <a:solidFill>
                  <a:srgbClr val="FFFFFF"/>
                </a:solidFill>
              </a:rPr>
              <a:t>InfluxDB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30-min series: UEs, PRB,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SINR, throughput, HO, loss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2377440" y="1440180"/>
            <a:ext cx="64008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2377440" y="1097280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HTTP
POST</a:t>
            </a:r>
          </a:p>
        </p:txBody>
      </p:sp>
      <p:cxnSp>
        <p:nvCxnSpPr>
          <p:cNvPr id="21" name="Connector 20"/>
          <p:cNvCxnSpPr/>
          <p:nvPr/>
        </p:nvCxnSpPr>
        <p:spPr>
          <a:xfrm flipH="1">
            <a:off x="2011680" y="1828800"/>
            <a:ext cx="1874520" cy="86868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2468880" y="214884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POST /chat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3017520" y="2834640"/>
            <a:ext cx="914400" cy="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017520" y="2514600"/>
            <a:ext cx="9601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prompt +
snapshot</a:t>
            </a:r>
          </a:p>
        </p:txBody>
      </p:sp>
      <p:cxnSp>
        <p:nvCxnSpPr>
          <p:cNvPr id="25" name="Connector 24"/>
          <p:cNvCxnSpPr/>
          <p:nvPr/>
        </p:nvCxnSpPr>
        <p:spPr>
          <a:xfrm flipH="1">
            <a:off x="3017520" y="3246120"/>
            <a:ext cx="914400" cy="0"/>
          </a:xfrm>
          <a:prstGeom prst="line">
            <a:avLst/>
          </a:prstGeom>
          <a:ln w="22225">
            <a:solidFill>
              <a:srgbClr val="1B6F42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2926080" y="3291840"/>
            <a:ext cx="10515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fn call:
query_cell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2011680" y="3474720"/>
            <a:ext cx="0" cy="10058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2057400" y="3840480"/>
            <a:ext cx="14630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GET /cells/
MLS_RWS_01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2286000" y="5257800"/>
            <a:ext cx="1463039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2423160" y="5029200"/>
            <a:ext cx="12801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read full config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2743200" y="5120640"/>
            <a:ext cx="3931920" cy="320040"/>
          </a:xfrm>
          <a:prstGeom prst="line">
            <a:avLst/>
          </a:prstGeom>
          <a:ln w="22225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4206240" y="4873752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75CA6"/>
                </a:solidFill>
              </a:rPr>
              <a:t>Flux query: 30-min KPI series</a:t>
            </a:r>
          </a:p>
        </p:txBody>
      </p:sp>
      <p:cxnSp>
        <p:nvCxnSpPr>
          <p:cNvPr id="33" name="Connector 32"/>
          <p:cNvCxnSpPr/>
          <p:nvPr/>
        </p:nvCxnSpPr>
        <p:spPr>
          <a:xfrm flipH="1" flipV="1">
            <a:off x="2834640" y="4572000"/>
            <a:ext cx="1371600" cy="7772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3246120" y="4828032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full config</a:t>
            </a:r>
          </a:p>
        </p:txBody>
      </p:sp>
      <p:cxnSp>
        <p:nvCxnSpPr>
          <p:cNvPr id="35" name="Connector 34"/>
          <p:cNvCxnSpPr/>
          <p:nvPr/>
        </p:nvCxnSpPr>
        <p:spPr>
          <a:xfrm flipH="1" flipV="1">
            <a:off x="2926080" y="4754880"/>
            <a:ext cx="3931920" cy="59436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4572000" y="516636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6-KPI time series</a:t>
            </a:r>
          </a:p>
        </p:txBody>
      </p:sp>
      <p:cxnSp>
        <p:nvCxnSpPr>
          <p:cNvPr id="37" name="Connector 36"/>
          <p:cNvCxnSpPr/>
          <p:nvPr/>
        </p:nvCxnSpPr>
        <p:spPr>
          <a:xfrm flipV="1">
            <a:off x="1737360" y="3474720"/>
            <a:ext cx="0" cy="100584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45720" y="3840480"/>
            <a:ext cx="1645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config +
KPI series</a:t>
            </a:r>
          </a:p>
        </p:txBody>
      </p:sp>
      <p:cxnSp>
        <p:nvCxnSpPr>
          <p:cNvPr id="39" name="Connector 38"/>
          <p:cNvCxnSpPr/>
          <p:nvPr/>
        </p:nvCxnSpPr>
        <p:spPr>
          <a:xfrm flipH="1" flipV="1">
            <a:off x="2103120" y="1920240"/>
            <a:ext cx="914400" cy="1417320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 flipV="1">
            <a:off x="1691640" y="1600200"/>
            <a:ext cx="365760" cy="274319"/>
          </a:xfrm>
          <a:prstGeom prst="line">
            <a:avLst/>
          </a:prstGeom>
          <a:ln w="22225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548640" y="2286000"/>
            <a:ext cx="1280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1B6F42"/>
                </a:solidFill>
              </a:rPr>
              <a:t>NL reply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144000" y="1051560"/>
            <a:ext cx="2834640" cy="1325880"/>
          </a:xfrm>
          <a:prstGeom prst="rect">
            <a:avLst/>
          </a:prstGeom>
          <a:solidFill>
            <a:srgbClr val="FFFFFF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89720" y="1078992"/>
            <a:ext cx="2743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A2955"/>
                </a:solidFill>
              </a:rPr>
              <a:t>Legend</a:t>
            </a:r>
          </a:p>
        </p:txBody>
      </p:sp>
      <p:cxnSp>
        <p:nvCxnSpPr>
          <p:cNvPr id="44" name="Connector 43"/>
          <p:cNvCxnSpPr/>
          <p:nvPr/>
        </p:nvCxnSpPr>
        <p:spPr>
          <a:xfrm>
            <a:off x="9235440" y="1572768"/>
            <a:ext cx="548640" cy="0"/>
          </a:xfrm>
          <a:prstGeom prst="line">
            <a:avLst/>
          </a:prstGeom>
          <a:ln w="19050">
            <a:solidFill>
              <a:srgbClr val="175CA6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9829800" y="1444752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Query / Request path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9235440" y="1911095"/>
            <a:ext cx="548640" cy="0"/>
          </a:xfrm>
          <a:prstGeom prst="line">
            <a:avLst/>
          </a:prstGeom>
          <a:ln w="19050">
            <a:solidFill>
              <a:srgbClr val="1B6F42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TextBox 46"/>
          <p:cNvSpPr txBox="1"/>
          <p:nvPr/>
        </p:nvSpPr>
        <p:spPr>
          <a:xfrm>
            <a:off x="9829800" y="1792224"/>
            <a:ext cx="20116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444444"/>
                </a:solidFill>
              </a:rPr>
              <a:t>Response / Return path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7132320" y="2697480"/>
            <a:ext cx="2743200" cy="777240"/>
          </a:xfrm>
          <a:prstGeom prst="roundRect">
            <a:avLst/>
          </a:prstGeom>
          <a:solidFill>
            <a:srgbClr val="442270"/>
          </a:solidFill>
          <a:ln w="635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 b="0">
                <a:solidFill>
                  <a:srgbClr val="FFFFFF"/>
                </a:solidFill>
              </a:rPr>
              <a:t>Formats all config fields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+ summarises KPI trends</a:t>
            </a:r>
          </a:p>
          <a:p>
            <a:pPr algn="ctr"/>
            <a:r>
              <a:rPr sz="900" b="0">
                <a:solidFill>
                  <a:srgbClr val="FFFFFF"/>
                </a:solidFill>
              </a:rPr>
              <a:t>→ full cell profile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6309360" y="3086100"/>
            <a:ext cx="822960" cy="0"/>
          </a:xfrm>
          <a:prstGeom prst="line">
            <a:avLst/>
          </a:prstGeom>
          <a:ln w="19050">
            <a:solidFill>
              <a:srgbClr val="5A238C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6309360" y="283464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0">
                <a:solidFill>
                  <a:srgbClr val="5A238C"/>
                </a:solidFill>
              </a:rPr>
              <a:t>tool
result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C2 Query — Step-by-Step Trace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20040" y="96012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</a:t>
            </a:r>
          </a:p>
        </p:txBody>
      </p:sp>
      <p:sp>
        <p:nvSpPr>
          <p:cNvPr id="7" name="Rectangle 6"/>
          <p:cNvSpPr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solidFill>
            <a:srgbClr val="C45008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98755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423160" y="96012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Types query into chat.py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33502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38074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68680" y="140817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23160" y="138074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HTTP POST {session, message} to Orchestrator /chat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74320" y="175564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0040" y="180136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18288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23160" y="180136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Injects live network snapshot into system prompt; calls Gemini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74320" y="2176272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20040" y="2221991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4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8680" y="224942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23160" y="2221991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Identifies cell MLS_RWS_01; emits query_cell(cell_id="MLS_RWS_01")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2596896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2642615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68680" y="267004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423160" y="2642615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Dispatches query_cell → GET /cells/MLS_RWS_01 on Controller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74320" y="3017520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06324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309067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23160" y="306324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Reads topology.json: PCI=1, band=n78, vendor=Nokia, 64T64R, 3800 Mbps, DU-MLS-1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4320" y="3438144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20040" y="348386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7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68680" y="351129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423160" y="348386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Runs Flux query: 30-min series for connected_ues, PRB, SINR, throughput, HO rate, packet loss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74320" y="3858768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20040" y="390448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8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solidFill>
            <a:srgbClr val="007E8A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68680" y="393192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Controller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423160" y="390448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merged full config + 30-min KPI time series for MLS_RWS_01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74320" y="4279392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0040" y="4325112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68680" y="4352544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2423160" y="4325112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Passes tool result (cell detail) back to Gemini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74320" y="4700016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20040" y="4745736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868680" y="4773168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423160" y="4745736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Formats all config fields and summarises 30-min KPI trends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74320" y="5120640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20040" y="5166360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11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solidFill>
            <a:srgbClr val="5A238C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68680" y="5193792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Gemini LLM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423160" y="5166360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Generates detailed natural language cell profile for MLS_RWS_01</a:t>
            </a:r>
          </a:p>
        </p:txBody>
      </p:sp>
      <p:sp>
        <p:nvSpPr>
          <p:cNvPr id="60" name="Rectangle 59"/>
          <p:cNvSpPr/>
          <p:nvPr/>
        </p:nvSpPr>
        <p:spPr>
          <a:xfrm>
            <a:off x="274320" y="5541264"/>
            <a:ext cx="1161288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20040" y="5586984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solidFill>
            <a:srgbClr val="0A2955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868680" y="5614416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Orchestrator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423160" y="5586984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Returns HTTP response {reply} to chat.py</a:t>
            </a:r>
          </a:p>
        </p:txBody>
      </p:sp>
      <p:sp>
        <p:nvSpPr>
          <p:cNvPr id="65" name="Rectangle 64"/>
          <p:cNvSpPr/>
          <p:nvPr/>
        </p:nvSpPr>
        <p:spPr>
          <a:xfrm>
            <a:off x="274320" y="5961888"/>
            <a:ext cx="1161288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20040" y="6007608"/>
            <a:ext cx="5029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0A2955"/>
                </a:solidFill>
              </a:rPr>
              <a:t>13</a:t>
            </a:r>
          </a:p>
        </p:txBody>
      </p:sp>
      <p:sp>
        <p:nvSpPr>
          <p:cNvPr id="67" name="Rectangle 66"/>
          <p:cNvSpPr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solidFill>
            <a:srgbClr val="175CA6"/>
          </a:solidFill>
          <a:ln w="3810">
            <a:solidFill>
              <a:srgbClr val="AAAAA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868680" y="603504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chat.py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423160" y="6007608"/>
            <a:ext cx="94183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Prints full cell profile to user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0F2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822960"/>
          </a:xfrm>
          <a:prstGeom prst="rect">
            <a:avLst/>
          </a:prstGeom>
          <a:solidFill>
            <a:srgbClr val="0A29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74320" y="45720"/>
            <a:ext cx="91440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C2 Response Profile — MLS_RWS_01</a:t>
            </a:r>
          </a:p>
        </p:txBody>
      </p:sp>
      <p:sp>
        <p:nvSpPr>
          <p:cNvPr id="5" name="Rectangle 4"/>
          <p:cNvSpPr/>
          <p:nvPr/>
        </p:nvSpPr>
        <p:spPr>
          <a:xfrm>
            <a:off x="274320" y="914400"/>
            <a:ext cx="5486400" cy="457200"/>
          </a:xfrm>
          <a:prstGeom prst="rect">
            <a:avLst/>
          </a:prstGeom>
          <a:solidFill>
            <a:srgbClr val="007E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74320" y="914400"/>
            <a:ext cx="5486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Static Config  (from topology.json)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274320" y="1371600"/>
            <a:ext cx="5486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1732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Generation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377440" y="141732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5G NR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4320" y="1792224"/>
            <a:ext cx="548640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20040" y="1837943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Band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377440" y="183794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n78  ·  3500 MHz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4320" y="2212848"/>
            <a:ext cx="5486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0040" y="225856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PCI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377440" y="225856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4320" y="2633472"/>
            <a:ext cx="548640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0040" y="2679191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Vendor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377440" y="2679191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Nokia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4320" y="3054096"/>
            <a:ext cx="5486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0040" y="3099815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Hardware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77440" y="3099815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AirScale MAA 64T64R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4320" y="3474720"/>
            <a:ext cx="548640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" y="352044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Antenna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77440" y="352044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64T64R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895344"/>
            <a:ext cx="5486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20040" y="3941063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Peak DL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377440" y="3941063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3800 Mbps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74320" y="4315968"/>
            <a:ext cx="548640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20040" y="4361688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TX Power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77440" y="4361688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1000 W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74320" y="4736592"/>
            <a:ext cx="5486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4782312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Max UEs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77440" y="4782312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900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74320" y="5157216"/>
            <a:ext cx="5486400" cy="420624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20040" y="5202936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DU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77440" y="5202936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DU-MLS-1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74320" y="5577840"/>
            <a:ext cx="5486400" cy="420624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" y="5623560"/>
            <a:ext cx="201168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A2955"/>
                </a:solidFill>
              </a:rPr>
              <a:t>CU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377440" y="5623560"/>
            <a:ext cx="32918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CU-MLS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217920" y="914400"/>
            <a:ext cx="5669280" cy="457200"/>
          </a:xfrm>
          <a:prstGeom prst="rect">
            <a:avLst/>
          </a:prstGeom>
          <a:solidFill>
            <a:srgbClr val="1B6F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17920" y="914400"/>
            <a:ext cx="5669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30-min KPI Series  (from InfluxDB)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1371600"/>
            <a:ext cx="56692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1426464"/>
            <a:ext cx="25603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E8A"/>
                </a:solidFill>
              </a:rPr>
              <a:t>connected_ues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869680" y="1426464"/>
            <a:ext cx="2926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Active UEs on this cell over 30 min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217920" y="1874519"/>
            <a:ext cx="5669280" cy="502920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263640" y="1929384"/>
            <a:ext cx="25603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E8A"/>
                </a:solidFill>
              </a:rPr>
              <a:t>prb_dl_pct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869680" y="1929384"/>
            <a:ext cx="2926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Downlink PRB utilisation %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217920" y="2377440"/>
            <a:ext cx="56692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263640" y="2432304"/>
            <a:ext cx="25603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E8A"/>
                </a:solidFill>
              </a:rPr>
              <a:t>sinr_db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869680" y="2432304"/>
            <a:ext cx="2926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Signal-to-Interference-plus-Noise Ratio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217920" y="2880360"/>
            <a:ext cx="5669280" cy="502920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63640" y="2935224"/>
            <a:ext cx="25603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E8A"/>
                </a:solidFill>
              </a:rPr>
              <a:t>dl_throughput_mbps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869680" y="2935224"/>
            <a:ext cx="2926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Downlink throughput (Mbps)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0" y="3383280"/>
            <a:ext cx="5669280" cy="502920"/>
          </a:xfrm>
          <a:prstGeom prst="rect">
            <a:avLst/>
          </a:prstGeom>
          <a:solidFill>
            <a:srgbClr val="FFFFFF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63640" y="3438144"/>
            <a:ext cx="25603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E8A"/>
                </a:solidFill>
              </a:rPr>
              <a:t>ho_success_rate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869680" y="3438144"/>
            <a:ext cx="2926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Handover success rate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217920" y="3886200"/>
            <a:ext cx="5669280" cy="502920"/>
          </a:xfrm>
          <a:prstGeom prst="rect">
            <a:avLst/>
          </a:prstGeom>
          <a:solidFill>
            <a:srgbClr val="E8ECF2"/>
          </a:solidFill>
          <a:ln w="3810">
            <a:solidFill>
              <a:srgbClr val="CCCCC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63640" y="3941063"/>
            <a:ext cx="256032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7E8A"/>
                </a:solidFill>
              </a:rPr>
              <a:t>packet_loss_pct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869680" y="3941063"/>
            <a:ext cx="2926080" cy="3931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444444"/>
                </a:solidFill>
              </a:rPr>
              <a:t>Packet loss percentage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