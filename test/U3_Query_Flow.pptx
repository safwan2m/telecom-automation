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U3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99CCFF"/>
                </a:solidFill>
              </a:rPr>
              <a:t>"Which cell is serving the highest number of UEs right now?"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query_network  →  rank all 30 cells by connected_ues  →  return top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99BB"/>
                </a:solidFill>
              </a:rPr>
              <a:t>4G/5G NSA Network  ·  Malleswaram  ·  30 Cells  ·  3 DUs  ·  1 CU  ·  18,400 peak 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U3 Query Flow — System Data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8CCFF"/>
                </a:solidFill>
              </a:rPr>
              <a:t>query_network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178308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1292840" cy="2423160"/>
          </a:xfrm>
          <a:prstGeom prst="rect">
            <a:avLst/>
          </a:prstGeom>
          <a:solidFill>
            <a:srgbClr val="E0F5F7"/>
          </a:solidFill>
          <a:ln w="6350">
            <a:solidFill>
              <a:srgbClr val="77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346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93776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E8A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2011680" cy="77724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Controller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5349240"/>
            <a:ext cx="210312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topology.json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cell/DU/CU config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5349240"/>
            <a:ext cx="201168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InfluxDB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SYSTEM_PROMPT
+ snapshot
+ history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3246120"/>
            <a:ext cx="914400" cy="0"/>
          </a:xfrm>
          <a:prstGeom prst="line">
            <a:avLst/>
          </a:prstGeom>
          <a:ln w="22225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71800" y="3291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fn call:
query_network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3474720"/>
            <a:ext cx="0" cy="10058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GET /network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5257800"/>
            <a:ext cx="1463039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68880" y="5074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read config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0" y="5120640"/>
            <a:ext cx="3931920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29768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Flux query: connected_ues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834640" y="4572000"/>
            <a:ext cx="1371600" cy="7772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91840" y="4846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cell config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926080" y="4754880"/>
            <a:ext cx="3931920" cy="59436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0" y="5166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connected_ues per cell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737360" y="3474720"/>
            <a:ext cx="0" cy="10058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" y="38404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merged
snapshot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2103120" y="1920240"/>
            <a:ext cx="914400" cy="14173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0515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55"/>
                </a:solidFill>
              </a:rPr>
              <a:t>Legend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35440" y="1572768"/>
            <a:ext cx="548640" cy="0"/>
          </a:xfrm>
          <a:prstGeom prst="line">
            <a:avLst/>
          </a:prstGeom>
          <a:ln w="19050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82980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 / Request path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35440" y="1911095"/>
            <a:ext cx="548640" cy="0"/>
          </a:xfrm>
          <a:prstGeom prst="line">
            <a:avLst/>
          </a:prstGeom>
          <a:ln w="19050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829800" y="1792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Response / Return path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2697480"/>
            <a:ext cx="2743200" cy="77724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Ranks all 30 cells by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connected_ues → top cell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→ formulates reply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3086100"/>
            <a:ext cx="822960" cy="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0936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tool
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U3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87552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875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601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35024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8074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408176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081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8074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{session_id, message} → Orchestrator /chat  (pure stdlib urllib; --session flag for named sessions)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55648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80136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82880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828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80136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Calls build_network_context() → GET /network; appends live snapshot to SYSTEM_PROMPT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76272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221991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249424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249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221991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Sends SYSTEM_PROMPT + live snapshot + session history (types.Content) to Gemini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96896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642615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670048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670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642615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Decides query_network is the correct tool; emits function call: query_network()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17520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06324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3090672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0906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06324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Dispatches query_network → GET /network on Controller; yields *[calling tool...]* inline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38144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48386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511296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5112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48386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Reads topology.json for cell/DU/CU configuration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858768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90448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931920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931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90448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Runs Flux query against InfluxDB: latest connected_ues per cell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279392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3251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352544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3525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3251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Merges topology + KPIs; returns full 30-cell network snapshot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700016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74573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773168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7731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74573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JSON-sanitises result (json.dumps default=str); appends FunctionResponse to session history; re-calls Gemini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120640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16636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5193792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1937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516636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Ranks all 30 cells by connected_ues desc; identifies top cell; no further tool calls → loop exits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541264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586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" y="561441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614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3160" y="5586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Generates NL answer: "MLS_RWS_01 is serving the most UEs with X connected."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961888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600760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" y="603504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23160" y="600760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Streams text/plain chunks via sync generator (Starlette thread pool → StreamingResponse)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6382512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642823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" y="6455664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8680" y="64556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23160" y="642823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Prints streamed answer to operator terminal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UE Query Comparison — U1 vs U2 vs U3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651760" cy="502920"/>
          </a:xfrm>
          <a:prstGeom prst="rect">
            <a:avLst/>
          </a:prstGeom>
          <a:solidFill>
            <a:srgbClr val="0A295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0"/>
            <a:ext cx="3154680" cy="502920"/>
          </a:xfrm>
          <a:prstGeom prst="rect">
            <a:avLst/>
          </a:prstGeom>
          <a:solidFill>
            <a:srgbClr val="0A295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U1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2880360" cy="502920"/>
          </a:xfrm>
          <a:prstGeom prst="rect">
            <a:avLst/>
          </a:prstGeom>
          <a:solidFill>
            <a:srgbClr val="0A295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91440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914400"/>
            <a:ext cx="2743200" cy="502920"/>
          </a:xfrm>
          <a:prstGeom prst="rect">
            <a:avLst/>
          </a:prstGeom>
          <a:solidFill>
            <a:srgbClr val="0A295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9144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2651760" cy="658368"/>
          </a:xfrm>
          <a:prstGeom prst="rect">
            <a:avLst/>
          </a:prstGeom>
          <a:solidFill>
            <a:srgbClr val="0A2955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4630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Query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417320"/>
            <a:ext cx="3154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39" y="1463040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How many UEs active
in the network?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288036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463040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How many UEs connected
to MLS_RWS_01?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417320"/>
            <a:ext cx="2743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46304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Which cell has the
highest UE count?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075688"/>
            <a:ext cx="2651760" cy="658368"/>
          </a:xfrm>
          <a:prstGeom prst="rect">
            <a:avLst/>
          </a:prstGeom>
          <a:solidFill>
            <a:srgbClr val="0A2955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121408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075688"/>
            <a:ext cx="3154680" cy="658368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39" y="2121408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query_network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075688"/>
            <a:ext cx="2880360" cy="658368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2121408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query_cell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2075688"/>
            <a:ext cx="2743200" cy="658368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212140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query_network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734056"/>
            <a:ext cx="2651760" cy="658368"/>
          </a:xfrm>
          <a:prstGeom prst="rect">
            <a:avLst/>
          </a:prstGeom>
          <a:solidFill>
            <a:srgbClr val="0A2955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779776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2734056"/>
            <a:ext cx="3154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63239" y="2779776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GET /network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734056"/>
            <a:ext cx="288036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2779776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GET /cells/MLS_RWS_01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2734056"/>
            <a:ext cx="2743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2779776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GET /network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392424"/>
            <a:ext cx="2651760" cy="658368"/>
          </a:xfrm>
          <a:prstGeom prst="rect">
            <a:avLst/>
          </a:prstGeom>
          <a:solidFill>
            <a:srgbClr val="0A2955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438144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3392424"/>
            <a:ext cx="3154680" cy="658368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63239" y="3438144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All 30 cells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392424"/>
            <a:ext cx="2880360" cy="658368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59" y="34381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Single cell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3392424"/>
            <a:ext cx="2743200" cy="658368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343814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All 30 cells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050791"/>
            <a:ext cx="2651760" cy="658368"/>
          </a:xfrm>
          <a:prstGeom prst="rect">
            <a:avLst/>
          </a:prstGeom>
          <a:solidFill>
            <a:srgbClr val="0A2955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096511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KPI 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4050791"/>
            <a:ext cx="3154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63239" y="4096511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Latest snapshot
per cell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050791"/>
            <a:ext cx="288036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4096511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30-min time series
for one cell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35440" y="4050791"/>
            <a:ext cx="2743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1160" y="4096511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Latest snapshot
per cell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709159"/>
            <a:ext cx="2651760" cy="658368"/>
          </a:xfrm>
          <a:prstGeom prst="rect">
            <a:avLst/>
          </a:prstGeom>
          <a:solidFill>
            <a:srgbClr val="0A2955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754879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LLM aggregation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17520" y="4709159"/>
            <a:ext cx="3154680" cy="658368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63239" y="4754879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Sum connected_ues
across all cells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4709159"/>
            <a:ext cx="2880360" cy="658368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59" y="4754879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Extract latest
connected_ues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35440" y="4709159"/>
            <a:ext cx="2743200" cy="658368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81160" y="4754879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Rank by connected_ues
→ return top cell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367528"/>
            <a:ext cx="2651760" cy="658368"/>
          </a:xfrm>
          <a:prstGeom prst="rect">
            <a:avLst/>
          </a:prstGeom>
          <a:solidFill>
            <a:srgbClr val="0A2955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5413248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Answer type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17520" y="5367528"/>
            <a:ext cx="3154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63239" y="5413248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Total UE count
(single number)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5367528"/>
            <a:ext cx="288036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59" y="5413248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Per-cell UE count
(single number)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35440" y="5367528"/>
            <a:ext cx="2743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81160" y="541324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Cell name +
UE 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